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81" r:id="rId13"/>
    <p:sldId id="277" r:id="rId14"/>
    <p:sldId id="278" r:id="rId15"/>
    <p:sldId id="279" r:id="rId16"/>
    <p:sldId id="280" r:id="rId17"/>
    <p:sldId id="27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CAAEF-AFDA-4993-A0FF-0CF86457B5D2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BFC1CB9D-B90C-44C7-8B7A-1B8704148992}">
      <dgm:prSet/>
      <dgm:spPr/>
      <dgm:t>
        <a:bodyPr/>
        <a:lstStyle/>
        <a:p>
          <a:r>
            <a:rPr lang="fr-FR"/>
            <a:t>• Développer un dashboard administratif complet</a:t>
          </a:r>
          <a:endParaRPr lang="en-US"/>
        </a:p>
      </dgm:t>
    </dgm:pt>
    <dgm:pt modelId="{BFD70206-D8B2-41AE-91FA-CE6DEA047B9E}" type="parTrans" cxnId="{F47F72D6-40AF-4002-A3BE-2142367463D5}">
      <dgm:prSet/>
      <dgm:spPr/>
      <dgm:t>
        <a:bodyPr/>
        <a:lstStyle/>
        <a:p>
          <a:endParaRPr lang="en-US"/>
        </a:p>
      </dgm:t>
    </dgm:pt>
    <dgm:pt modelId="{C9564608-07A8-45AD-82A1-877C70F900AB}" type="sibTrans" cxnId="{F47F72D6-40AF-4002-A3BE-2142367463D5}">
      <dgm:prSet phldrT="01" phldr="0"/>
      <dgm:spPr/>
    </dgm:pt>
    <dgm:pt modelId="{95715B06-0B83-4434-8CBA-029AACE1C7D9}">
      <dgm:prSet/>
      <dgm:spPr/>
      <dgm:t>
        <a:bodyPr/>
        <a:lstStyle/>
        <a:p>
          <a:r>
            <a:rPr lang="fr-FR"/>
            <a:t>• Gérer 5 entités principales (CRUD complet)</a:t>
          </a:r>
          <a:endParaRPr lang="en-US"/>
        </a:p>
      </dgm:t>
    </dgm:pt>
    <dgm:pt modelId="{91074D4C-926C-4BC3-AAC2-62868F7028CB}" type="parTrans" cxnId="{35F6B3B8-CDF9-4E90-909F-BF859700A9FC}">
      <dgm:prSet/>
      <dgm:spPr/>
      <dgm:t>
        <a:bodyPr/>
        <a:lstStyle/>
        <a:p>
          <a:endParaRPr lang="en-US"/>
        </a:p>
      </dgm:t>
    </dgm:pt>
    <dgm:pt modelId="{9DDD3217-68A2-4625-9723-78323CC69DB8}" type="sibTrans" cxnId="{35F6B3B8-CDF9-4E90-909F-BF859700A9FC}">
      <dgm:prSet phldrT="02" phldr="0"/>
      <dgm:spPr/>
    </dgm:pt>
    <dgm:pt modelId="{EDAFA80D-1601-4D6F-A6C3-CE3EDD1D5993}">
      <dgm:prSet/>
      <dgm:spPr/>
      <dgm:t>
        <a:bodyPr/>
        <a:lstStyle/>
        <a:p>
          <a:r>
            <a:rPr lang="fr-FR"/>
            <a:t>• Visualisation en temps réel des données</a:t>
          </a:r>
          <a:endParaRPr lang="en-US"/>
        </a:p>
      </dgm:t>
    </dgm:pt>
    <dgm:pt modelId="{4887F0EA-2A63-4452-AF68-7ECADAABD36F}" type="parTrans" cxnId="{D6CFD2E7-47B7-4B07-8233-0943CEE22281}">
      <dgm:prSet/>
      <dgm:spPr/>
      <dgm:t>
        <a:bodyPr/>
        <a:lstStyle/>
        <a:p>
          <a:endParaRPr lang="en-US"/>
        </a:p>
      </dgm:t>
    </dgm:pt>
    <dgm:pt modelId="{790462B4-5F33-42B1-80F5-520D8735FA54}" type="sibTrans" cxnId="{D6CFD2E7-47B7-4B07-8233-0943CEE22281}">
      <dgm:prSet phldrT="03" phldr="0"/>
      <dgm:spPr/>
    </dgm:pt>
    <dgm:pt modelId="{D815C275-3EC8-4A2A-AE41-0967DCA3CB2E}">
      <dgm:prSet/>
      <dgm:spPr/>
      <dgm:t>
        <a:bodyPr/>
        <a:lstStyle/>
        <a:p>
          <a:r>
            <a:rPr lang="fr-FR"/>
            <a:t>• Interface utilisateur moderne et intuitive</a:t>
          </a:r>
          <a:endParaRPr lang="en-US"/>
        </a:p>
      </dgm:t>
    </dgm:pt>
    <dgm:pt modelId="{4EE15361-E503-4D59-AEB2-BFD7395F5F7A}" type="parTrans" cxnId="{AAF8DF63-F413-4D38-B9E6-5A1F0B13B818}">
      <dgm:prSet/>
      <dgm:spPr/>
      <dgm:t>
        <a:bodyPr/>
        <a:lstStyle/>
        <a:p>
          <a:endParaRPr lang="en-US"/>
        </a:p>
      </dgm:t>
    </dgm:pt>
    <dgm:pt modelId="{6702CC64-4278-44BE-984D-45F81BBBCB5F}" type="sibTrans" cxnId="{AAF8DF63-F413-4D38-B9E6-5A1F0B13B818}">
      <dgm:prSet phldrT="04" phldr="0"/>
      <dgm:spPr/>
    </dgm:pt>
    <dgm:pt modelId="{F9C031DE-FC18-4AD2-854E-E077C9BABE40}">
      <dgm:prSet/>
      <dgm:spPr/>
      <dgm:t>
        <a:bodyPr/>
        <a:lstStyle/>
        <a:p>
          <a:r>
            <a:rPr lang="fr-FR"/>
            <a:t>• Système d'authentification sécurisé</a:t>
          </a:r>
          <a:endParaRPr lang="en-US"/>
        </a:p>
      </dgm:t>
    </dgm:pt>
    <dgm:pt modelId="{5C890578-F542-46B0-9BA9-845EE0401BE6}" type="parTrans" cxnId="{80783AA9-60D8-4D6F-BCA1-3D6D858AB384}">
      <dgm:prSet/>
      <dgm:spPr/>
      <dgm:t>
        <a:bodyPr/>
        <a:lstStyle/>
        <a:p>
          <a:endParaRPr lang="en-US"/>
        </a:p>
      </dgm:t>
    </dgm:pt>
    <dgm:pt modelId="{10995F39-0E37-42A2-B0C7-689567DCE634}" type="sibTrans" cxnId="{80783AA9-60D8-4D6F-BCA1-3D6D858AB384}">
      <dgm:prSet phldrT="05" phldr="0"/>
      <dgm:spPr/>
    </dgm:pt>
    <dgm:pt modelId="{1F3AB6CE-040E-4B25-807C-18C86E98AB82}" type="pres">
      <dgm:prSet presAssocID="{057CAAEF-AFDA-4993-A0FF-0CF86457B5D2}" presName="rootnode" presStyleCnt="0">
        <dgm:presLayoutVars>
          <dgm:chMax/>
          <dgm:chPref/>
          <dgm:dir/>
          <dgm:animLvl val="lvl"/>
        </dgm:presLayoutVars>
      </dgm:prSet>
      <dgm:spPr/>
    </dgm:pt>
    <dgm:pt modelId="{39C29908-F52E-4A47-9392-8D9594636975}" type="pres">
      <dgm:prSet presAssocID="{BFC1CB9D-B90C-44C7-8B7A-1B8704148992}" presName="composite" presStyleCnt="0"/>
      <dgm:spPr/>
    </dgm:pt>
    <dgm:pt modelId="{0A6B6F69-E02E-4965-9DDE-32582696FF5C}" type="pres">
      <dgm:prSet presAssocID="{BFC1CB9D-B90C-44C7-8B7A-1B8704148992}" presName="LShape" presStyleLbl="alignNode1" presStyleIdx="0" presStyleCnt="9"/>
      <dgm:spPr/>
    </dgm:pt>
    <dgm:pt modelId="{49986092-0CD7-4DAB-8E5D-1917E16525E6}" type="pres">
      <dgm:prSet presAssocID="{BFC1CB9D-B90C-44C7-8B7A-1B8704148992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AD20BCBE-41D6-4D79-A122-5FD6405DECE2}" type="pres">
      <dgm:prSet presAssocID="{BFC1CB9D-B90C-44C7-8B7A-1B8704148992}" presName="Triangle" presStyleLbl="alignNode1" presStyleIdx="1" presStyleCnt="9"/>
      <dgm:spPr/>
    </dgm:pt>
    <dgm:pt modelId="{88042305-F634-4717-8501-DFB03DB0DFF1}" type="pres">
      <dgm:prSet presAssocID="{C9564608-07A8-45AD-82A1-877C70F900AB}" presName="sibTrans" presStyleCnt="0"/>
      <dgm:spPr/>
    </dgm:pt>
    <dgm:pt modelId="{2E93623C-F81E-4EB4-9D82-9A79920BE957}" type="pres">
      <dgm:prSet presAssocID="{C9564608-07A8-45AD-82A1-877C70F900AB}" presName="space" presStyleCnt="0"/>
      <dgm:spPr/>
    </dgm:pt>
    <dgm:pt modelId="{80F3B658-B8B5-4D9E-B303-0D9A9E0BD4A8}" type="pres">
      <dgm:prSet presAssocID="{95715B06-0B83-4434-8CBA-029AACE1C7D9}" presName="composite" presStyleCnt="0"/>
      <dgm:spPr/>
    </dgm:pt>
    <dgm:pt modelId="{F00E46F3-81A6-4383-BC0D-CD9801ADACB5}" type="pres">
      <dgm:prSet presAssocID="{95715B06-0B83-4434-8CBA-029AACE1C7D9}" presName="LShape" presStyleLbl="alignNode1" presStyleIdx="2" presStyleCnt="9"/>
      <dgm:spPr/>
    </dgm:pt>
    <dgm:pt modelId="{788A35CE-97EE-46E3-ADFD-7356D5AC1A28}" type="pres">
      <dgm:prSet presAssocID="{95715B06-0B83-4434-8CBA-029AACE1C7D9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87C36B53-C384-4FFC-8E0B-9DB5B8985F4D}" type="pres">
      <dgm:prSet presAssocID="{95715B06-0B83-4434-8CBA-029AACE1C7D9}" presName="Triangle" presStyleLbl="alignNode1" presStyleIdx="3" presStyleCnt="9"/>
      <dgm:spPr/>
    </dgm:pt>
    <dgm:pt modelId="{CD2B06D1-3DC2-445E-938A-116A16B1EE9C}" type="pres">
      <dgm:prSet presAssocID="{9DDD3217-68A2-4625-9723-78323CC69DB8}" presName="sibTrans" presStyleCnt="0"/>
      <dgm:spPr/>
    </dgm:pt>
    <dgm:pt modelId="{3D01E8B3-802C-4981-AF60-840D0DCD2AC8}" type="pres">
      <dgm:prSet presAssocID="{9DDD3217-68A2-4625-9723-78323CC69DB8}" presName="space" presStyleCnt="0"/>
      <dgm:spPr/>
    </dgm:pt>
    <dgm:pt modelId="{289DB4D5-4F6D-46AE-9A2C-E8E2576577F9}" type="pres">
      <dgm:prSet presAssocID="{EDAFA80D-1601-4D6F-A6C3-CE3EDD1D5993}" presName="composite" presStyleCnt="0"/>
      <dgm:spPr/>
    </dgm:pt>
    <dgm:pt modelId="{1237408A-4EEB-4F18-9327-E73A489A894D}" type="pres">
      <dgm:prSet presAssocID="{EDAFA80D-1601-4D6F-A6C3-CE3EDD1D5993}" presName="LShape" presStyleLbl="alignNode1" presStyleIdx="4" presStyleCnt="9"/>
      <dgm:spPr/>
    </dgm:pt>
    <dgm:pt modelId="{919A8C50-D2B8-46E0-8601-BFB7F14FF58D}" type="pres">
      <dgm:prSet presAssocID="{EDAFA80D-1601-4D6F-A6C3-CE3EDD1D5993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334BDB2-D658-4A7B-8B92-CE33B1A80143}" type="pres">
      <dgm:prSet presAssocID="{EDAFA80D-1601-4D6F-A6C3-CE3EDD1D5993}" presName="Triangle" presStyleLbl="alignNode1" presStyleIdx="5" presStyleCnt="9"/>
      <dgm:spPr/>
    </dgm:pt>
    <dgm:pt modelId="{624DFA2D-04BF-4224-B419-6F62F04856FF}" type="pres">
      <dgm:prSet presAssocID="{790462B4-5F33-42B1-80F5-520D8735FA54}" presName="sibTrans" presStyleCnt="0"/>
      <dgm:spPr/>
    </dgm:pt>
    <dgm:pt modelId="{0AAA2B39-E677-4041-8C75-4CAA5E3C0257}" type="pres">
      <dgm:prSet presAssocID="{790462B4-5F33-42B1-80F5-520D8735FA54}" presName="space" presStyleCnt="0"/>
      <dgm:spPr/>
    </dgm:pt>
    <dgm:pt modelId="{47212D26-60F4-4A8D-908F-3C406B62319E}" type="pres">
      <dgm:prSet presAssocID="{D815C275-3EC8-4A2A-AE41-0967DCA3CB2E}" presName="composite" presStyleCnt="0"/>
      <dgm:spPr/>
    </dgm:pt>
    <dgm:pt modelId="{E6B77CA1-7F5B-4E20-906F-6AB4413D7D0A}" type="pres">
      <dgm:prSet presAssocID="{D815C275-3EC8-4A2A-AE41-0967DCA3CB2E}" presName="LShape" presStyleLbl="alignNode1" presStyleIdx="6" presStyleCnt="9"/>
      <dgm:spPr/>
    </dgm:pt>
    <dgm:pt modelId="{A94CD384-1CA5-4817-9939-D429BA335386}" type="pres">
      <dgm:prSet presAssocID="{D815C275-3EC8-4A2A-AE41-0967DCA3CB2E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1219BD44-3FA1-48CE-B2C0-55625A743C50}" type="pres">
      <dgm:prSet presAssocID="{D815C275-3EC8-4A2A-AE41-0967DCA3CB2E}" presName="Triangle" presStyleLbl="alignNode1" presStyleIdx="7" presStyleCnt="9"/>
      <dgm:spPr/>
    </dgm:pt>
    <dgm:pt modelId="{81B4F327-9282-4F5F-9954-A9E2818383E1}" type="pres">
      <dgm:prSet presAssocID="{6702CC64-4278-44BE-984D-45F81BBBCB5F}" presName="sibTrans" presStyleCnt="0"/>
      <dgm:spPr/>
    </dgm:pt>
    <dgm:pt modelId="{810F3699-199D-45A7-B36A-0C02D94236A6}" type="pres">
      <dgm:prSet presAssocID="{6702CC64-4278-44BE-984D-45F81BBBCB5F}" presName="space" presStyleCnt="0"/>
      <dgm:spPr/>
    </dgm:pt>
    <dgm:pt modelId="{0319A26F-5C01-4C1B-9DC3-B5B5C602D6DE}" type="pres">
      <dgm:prSet presAssocID="{F9C031DE-FC18-4AD2-854E-E077C9BABE40}" presName="composite" presStyleCnt="0"/>
      <dgm:spPr/>
    </dgm:pt>
    <dgm:pt modelId="{7FD34C85-029A-429C-818A-AE3C6BE4FDBD}" type="pres">
      <dgm:prSet presAssocID="{F9C031DE-FC18-4AD2-854E-E077C9BABE40}" presName="LShape" presStyleLbl="alignNode1" presStyleIdx="8" presStyleCnt="9"/>
      <dgm:spPr/>
    </dgm:pt>
    <dgm:pt modelId="{9F4264DE-7143-4510-8582-254D505B97D1}" type="pres">
      <dgm:prSet presAssocID="{F9C031DE-FC18-4AD2-854E-E077C9BABE40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379E900-C28A-40FE-BC07-767D1753FECB}" type="presOf" srcId="{D815C275-3EC8-4A2A-AE41-0967DCA3CB2E}" destId="{A94CD384-1CA5-4817-9939-D429BA335386}" srcOrd="0" destOrd="0" presId="urn:microsoft.com/office/officeart/2009/3/layout/StepUpProcess"/>
    <dgm:cxn modelId="{9EF03F1E-CE1B-4A8C-B0CF-BA1EB1039EED}" type="presOf" srcId="{F9C031DE-FC18-4AD2-854E-E077C9BABE40}" destId="{9F4264DE-7143-4510-8582-254D505B97D1}" srcOrd="0" destOrd="0" presId="urn:microsoft.com/office/officeart/2009/3/layout/StepUpProcess"/>
    <dgm:cxn modelId="{AAF8DF63-F413-4D38-B9E6-5A1F0B13B818}" srcId="{057CAAEF-AFDA-4993-A0FF-0CF86457B5D2}" destId="{D815C275-3EC8-4A2A-AE41-0967DCA3CB2E}" srcOrd="3" destOrd="0" parTransId="{4EE15361-E503-4D59-AEB2-BFD7395F5F7A}" sibTransId="{6702CC64-4278-44BE-984D-45F81BBBCB5F}"/>
    <dgm:cxn modelId="{56567244-C08D-46DA-81E6-4E839510B97A}" type="presOf" srcId="{EDAFA80D-1601-4D6F-A6C3-CE3EDD1D5993}" destId="{919A8C50-D2B8-46E0-8601-BFB7F14FF58D}" srcOrd="0" destOrd="0" presId="urn:microsoft.com/office/officeart/2009/3/layout/StepUpProcess"/>
    <dgm:cxn modelId="{7B3BAF8E-756D-459E-9A45-8740ECFDB84E}" type="presOf" srcId="{BFC1CB9D-B90C-44C7-8B7A-1B8704148992}" destId="{49986092-0CD7-4DAB-8E5D-1917E16525E6}" srcOrd="0" destOrd="0" presId="urn:microsoft.com/office/officeart/2009/3/layout/StepUpProcess"/>
    <dgm:cxn modelId="{80783AA9-60D8-4D6F-BCA1-3D6D858AB384}" srcId="{057CAAEF-AFDA-4993-A0FF-0CF86457B5D2}" destId="{F9C031DE-FC18-4AD2-854E-E077C9BABE40}" srcOrd="4" destOrd="0" parTransId="{5C890578-F542-46B0-9BA9-845EE0401BE6}" sibTransId="{10995F39-0E37-42A2-B0C7-689567DCE634}"/>
    <dgm:cxn modelId="{35F6B3B8-CDF9-4E90-909F-BF859700A9FC}" srcId="{057CAAEF-AFDA-4993-A0FF-0CF86457B5D2}" destId="{95715B06-0B83-4434-8CBA-029AACE1C7D9}" srcOrd="1" destOrd="0" parTransId="{91074D4C-926C-4BC3-AAC2-62868F7028CB}" sibTransId="{9DDD3217-68A2-4625-9723-78323CC69DB8}"/>
    <dgm:cxn modelId="{A1538AB9-CCD1-4F52-AFCA-3531DD0172AD}" type="presOf" srcId="{95715B06-0B83-4434-8CBA-029AACE1C7D9}" destId="{788A35CE-97EE-46E3-ADFD-7356D5AC1A28}" srcOrd="0" destOrd="0" presId="urn:microsoft.com/office/officeart/2009/3/layout/StepUpProcess"/>
    <dgm:cxn modelId="{F994CEBA-8BDF-483F-A658-BB9507571B0E}" type="presOf" srcId="{057CAAEF-AFDA-4993-A0FF-0CF86457B5D2}" destId="{1F3AB6CE-040E-4B25-807C-18C86E98AB82}" srcOrd="0" destOrd="0" presId="urn:microsoft.com/office/officeart/2009/3/layout/StepUpProcess"/>
    <dgm:cxn modelId="{F47F72D6-40AF-4002-A3BE-2142367463D5}" srcId="{057CAAEF-AFDA-4993-A0FF-0CF86457B5D2}" destId="{BFC1CB9D-B90C-44C7-8B7A-1B8704148992}" srcOrd="0" destOrd="0" parTransId="{BFD70206-D8B2-41AE-91FA-CE6DEA047B9E}" sibTransId="{C9564608-07A8-45AD-82A1-877C70F900AB}"/>
    <dgm:cxn modelId="{D6CFD2E7-47B7-4B07-8233-0943CEE22281}" srcId="{057CAAEF-AFDA-4993-A0FF-0CF86457B5D2}" destId="{EDAFA80D-1601-4D6F-A6C3-CE3EDD1D5993}" srcOrd="2" destOrd="0" parTransId="{4887F0EA-2A63-4452-AF68-7ECADAABD36F}" sibTransId="{790462B4-5F33-42B1-80F5-520D8735FA54}"/>
    <dgm:cxn modelId="{61479D0A-8E8E-4AF4-949B-B33D899C828C}" type="presParOf" srcId="{1F3AB6CE-040E-4B25-807C-18C86E98AB82}" destId="{39C29908-F52E-4A47-9392-8D9594636975}" srcOrd="0" destOrd="0" presId="urn:microsoft.com/office/officeart/2009/3/layout/StepUpProcess"/>
    <dgm:cxn modelId="{8CEBDFA5-3730-452D-A52B-D74AD5FA6BD9}" type="presParOf" srcId="{39C29908-F52E-4A47-9392-8D9594636975}" destId="{0A6B6F69-E02E-4965-9DDE-32582696FF5C}" srcOrd="0" destOrd="0" presId="urn:microsoft.com/office/officeart/2009/3/layout/StepUpProcess"/>
    <dgm:cxn modelId="{CE540B52-F4A2-4FBE-8A8B-F3F6FAAF0529}" type="presParOf" srcId="{39C29908-F52E-4A47-9392-8D9594636975}" destId="{49986092-0CD7-4DAB-8E5D-1917E16525E6}" srcOrd="1" destOrd="0" presId="urn:microsoft.com/office/officeart/2009/3/layout/StepUpProcess"/>
    <dgm:cxn modelId="{5F58B2C4-3E72-46B1-B9F3-34F48C9E2BD6}" type="presParOf" srcId="{39C29908-F52E-4A47-9392-8D9594636975}" destId="{AD20BCBE-41D6-4D79-A122-5FD6405DECE2}" srcOrd="2" destOrd="0" presId="urn:microsoft.com/office/officeart/2009/3/layout/StepUpProcess"/>
    <dgm:cxn modelId="{03B2F473-4046-4DBB-B5CA-635F2ADE9715}" type="presParOf" srcId="{1F3AB6CE-040E-4B25-807C-18C86E98AB82}" destId="{88042305-F634-4717-8501-DFB03DB0DFF1}" srcOrd="1" destOrd="0" presId="urn:microsoft.com/office/officeart/2009/3/layout/StepUpProcess"/>
    <dgm:cxn modelId="{E72DE84B-0464-433B-AED2-A807A9BAB98C}" type="presParOf" srcId="{88042305-F634-4717-8501-DFB03DB0DFF1}" destId="{2E93623C-F81E-4EB4-9D82-9A79920BE957}" srcOrd="0" destOrd="0" presId="urn:microsoft.com/office/officeart/2009/3/layout/StepUpProcess"/>
    <dgm:cxn modelId="{58B07B66-196B-4416-BDC4-E536B58CB682}" type="presParOf" srcId="{1F3AB6CE-040E-4B25-807C-18C86E98AB82}" destId="{80F3B658-B8B5-4D9E-B303-0D9A9E0BD4A8}" srcOrd="2" destOrd="0" presId="urn:microsoft.com/office/officeart/2009/3/layout/StepUpProcess"/>
    <dgm:cxn modelId="{EB6CB597-DC06-4C55-A8C3-C0ECE0E63E2B}" type="presParOf" srcId="{80F3B658-B8B5-4D9E-B303-0D9A9E0BD4A8}" destId="{F00E46F3-81A6-4383-BC0D-CD9801ADACB5}" srcOrd="0" destOrd="0" presId="urn:microsoft.com/office/officeart/2009/3/layout/StepUpProcess"/>
    <dgm:cxn modelId="{0EB9F726-23C2-4B09-A7ED-36CBC1DD366C}" type="presParOf" srcId="{80F3B658-B8B5-4D9E-B303-0D9A9E0BD4A8}" destId="{788A35CE-97EE-46E3-ADFD-7356D5AC1A28}" srcOrd="1" destOrd="0" presId="urn:microsoft.com/office/officeart/2009/3/layout/StepUpProcess"/>
    <dgm:cxn modelId="{C64A236B-5737-4CBB-A5EE-8472A7CD727D}" type="presParOf" srcId="{80F3B658-B8B5-4D9E-B303-0D9A9E0BD4A8}" destId="{87C36B53-C384-4FFC-8E0B-9DB5B8985F4D}" srcOrd="2" destOrd="0" presId="urn:microsoft.com/office/officeart/2009/3/layout/StepUpProcess"/>
    <dgm:cxn modelId="{23258EB0-AFF9-496E-9F07-6F84847316EF}" type="presParOf" srcId="{1F3AB6CE-040E-4B25-807C-18C86E98AB82}" destId="{CD2B06D1-3DC2-445E-938A-116A16B1EE9C}" srcOrd="3" destOrd="0" presId="urn:microsoft.com/office/officeart/2009/3/layout/StepUpProcess"/>
    <dgm:cxn modelId="{5878BA85-0BE7-4926-8EF3-B0773B38B889}" type="presParOf" srcId="{CD2B06D1-3DC2-445E-938A-116A16B1EE9C}" destId="{3D01E8B3-802C-4981-AF60-840D0DCD2AC8}" srcOrd="0" destOrd="0" presId="urn:microsoft.com/office/officeart/2009/3/layout/StepUpProcess"/>
    <dgm:cxn modelId="{E976B963-F12F-4F1A-B2F4-B48252F71B37}" type="presParOf" srcId="{1F3AB6CE-040E-4B25-807C-18C86E98AB82}" destId="{289DB4D5-4F6D-46AE-9A2C-E8E2576577F9}" srcOrd="4" destOrd="0" presId="urn:microsoft.com/office/officeart/2009/3/layout/StepUpProcess"/>
    <dgm:cxn modelId="{B9716866-CA63-4FE6-9208-29AE02573872}" type="presParOf" srcId="{289DB4D5-4F6D-46AE-9A2C-E8E2576577F9}" destId="{1237408A-4EEB-4F18-9327-E73A489A894D}" srcOrd="0" destOrd="0" presId="urn:microsoft.com/office/officeart/2009/3/layout/StepUpProcess"/>
    <dgm:cxn modelId="{752154A8-7A80-4B4B-A65D-4772CE9108F4}" type="presParOf" srcId="{289DB4D5-4F6D-46AE-9A2C-E8E2576577F9}" destId="{919A8C50-D2B8-46E0-8601-BFB7F14FF58D}" srcOrd="1" destOrd="0" presId="urn:microsoft.com/office/officeart/2009/3/layout/StepUpProcess"/>
    <dgm:cxn modelId="{98A62D72-EB3F-4818-B010-76DF7E392161}" type="presParOf" srcId="{289DB4D5-4F6D-46AE-9A2C-E8E2576577F9}" destId="{4334BDB2-D658-4A7B-8B92-CE33B1A80143}" srcOrd="2" destOrd="0" presId="urn:microsoft.com/office/officeart/2009/3/layout/StepUpProcess"/>
    <dgm:cxn modelId="{B56D9A3C-58C8-42CF-AFD5-BB9B138A6F98}" type="presParOf" srcId="{1F3AB6CE-040E-4B25-807C-18C86E98AB82}" destId="{624DFA2D-04BF-4224-B419-6F62F04856FF}" srcOrd="5" destOrd="0" presId="urn:microsoft.com/office/officeart/2009/3/layout/StepUpProcess"/>
    <dgm:cxn modelId="{26BE134B-CE37-407B-B7F2-B770FB48F340}" type="presParOf" srcId="{624DFA2D-04BF-4224-B419-6F62F04856FF}" destId="{0AAA2B39-E677-4041-8C75-4CAA5E3C0257}" srcOrd="0" destOrd="0" presId="urn:microsoft.com/office/officeart/2009/3/layout/StepUpProcess"/>
    <dgm:cxn modelId="{853161D8-C54B-4E25-BE2A-38B576D6444E}" type="presParOf" srcId="{1F3AB6CE-040E-4B25-807C-18C86E98AB82}" destId="{47212D26-60F4-4A8D-908F-3C406B62319E}" srcOrd="6" destOrd="0" presId="urn:microsoft.com/office/officeart/2009/3/layout/StepUpProcess"/>
    <dgm:cxn modelId="{268D7C54-7DDF-4066-AA50-91E4ABFDD432}" type="presParOf" srcId="{47212D26-60F4-4A8D-908F-3C406B62319E}" destId="{E6B77CA1-7F5B-4E20-906F-6AB4413D7D0A}" srcOrd="0" destOrd="0" presId="urn:microsoft.com/office/officeart/2009/3/layout/StepUpProcess"/>
    <dgm:cxn modelId="{1B1118C2-501E-44F6-ABD1-6A2402377EA2}" type="presParOf" srcId="{47212D26-60F4-4A8D-908F-3C406B62319E}" destId="{A94CD384-1CA5-4817-9939-D429BA335386}" srcOrd="1" destOrd="0" presId="urn:microsoft.com/office/officeart/2009/3/layout/StepUpProcess"/>
    <dgm:cxn modelId="{9AFE80D8-3A0C-4EA8-8A52-6F67F7EC2175}" type="presParOf" srcId="{47212D26-60F4-4A8D-908F-3C406B62319E}" destId="{1219BD44-3FA1-48CE-B2C0-55625A743C50}" srcOrd="2" destOrd="0" presId="urn:microsoft.com/office/officeart/2009/3/layout/StepUpProcess"/>
    <dgm:cxn modelId="{4A5E557B-CE95-4002-BC78-BC776DA61E8B}" type="presParOf" srcId="{1F3AB6CE-040E-4B25-807C-18C86E98AB82}" destId="{81B4F327-9282-4F5F-9954-A9E2818383E1}" srcOrd="7" destOrd="0" presId="urn:microsoft.com/office/officeart/2009/3/layout/StepUpProcess"/>
    <dgm:cxn modelId="{C1D0C3D8-F96A-434E-B029-807796CAE0F2}" type="presParOf" srcId="{81B4F327-9282-4F5F-9954-A9E2818383E1}" destId="{810F3699-199D-45A7-B36A-0C02D94236A6}" srcOrd="0" destOrd="0" presId="urn:microsoft.com/office/officeart/2009/3/layout/StepUpProcess"/>
    <dgm:cxn modelId="{C93B47E3-FCC1-4392-A0D2-17157471451D}" type="presParOf" srcId="{1F3AB6CE-040E-4B25-807C-18C86E98AB82}" destId="{0319A26F-5C01-4C1B-9DC3-B5B5C602D6DE}" srcOrd="8" destOrd="0" presId="urn:microsoft.com/office/officeart/2009/3/layout/StepUpProcess"/>
    <dgm:cxn modelId="{D9ED7110-84BA-4F49-86F0-0CD4A378B418}" type="presParOf" srcId="{0319A26F-5C01-4C1B-9DC3-B5B5C602D6DE}" destId="{7FD34C85-029A-429C-818A-AE3C6BE4FDBD}" srcOrd="0" destOrd="0" presId="urn:microsoft.com/office/officeart/2009/3/layout/StepUpProcess"/>
    <dgm:cxn modelId="{AEBCF226-8A3D-4E4F-8258-CE0B09E00C0C}" type="presParOf" srcId="{0319A26F-5C01-4C1B-9DC3-B5B5C602D6DE}" destId="{9F4264DE-7143-4510-8582-254D505B97D1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F9E55B-6792-4E40-A87A-247C7B0EEF5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A320986B-DA9D-4256-9FCC-A1B59D1D5834}">
      <dgm:prSet/>
      <dgm:spPr/>
      <dgm:t>
        <a:bodyPr/>
        <a:lstStyle/>
        <a:p>
          <a:r>
            <a:rPr lang="fr-FR" dirty="0"/>
            <a:t>• HTML5, CSS3, JavaScript </a:t>
          </a:r>
          <a:r>
            <a:rPr lang="fr-FR" dirty="0" err="1"/>
            <a:t>Vanilla</a:t>
          </a:r>
          <a:endParaRPr lang="en-US" dirty="0"/>
        </a:p>
      </dgm:t>
    </dgm:pt>
    <dgm:pt modelId="{7E9B77F4-DFC7-4E41-B033-0511E872D027}" type="parTrans" cxnId="{F60B2DFE-5822-4AE0-894C-9314F99FE90B}">
      <dgm:prSet/>
      <dgm:spPr/>
      <dgm:t>
        <a:bodyPr/>
        <a:lstStyle/>
        <a:p>
          <a:endParaRPr lang="en-US"/>
        </a:p>
      </dgm:t>
    </dgm:pt>
    <dgm:pt modelId="{14F27008-CCE9-48D3-9F77-722B8B01A84E}" type="sibTrans" cxnId="{F60B2DFE-5822-4AE0-894C-9314F99FE90B}">
      <dgm:prSet/>
      <dgm:spPr/>
      <dgm:t>
        <a:bodyPr/>
        <a:lstStyle/>
        <a:p>
          <a:endParaRPr lang="en-US"/>
        </a:p>
      </dgm:t>
    </dgm:pt>
    <dgm:pt modelId="{ACB87226-734D-42F8-BEF4-525EAB0797CD}">
      <dgm:prSet/>
      <dgm:spPr/>
      <dgm:t>
        <a:bodyPr/>
        <a:lstStyle/>
        <a:p>
          <a:r>
            <a:rPr lang="fr-FR"/>
            <a:t>• Chart.js pour les visualisations</a:t>
          </a:r>
          <a:endParaRPr lang="en-US"/>
        </a:p>
      </dgm:t>
    </dgm:pt>
    <dgm:pt modelId="{84C428FB-3A0E-433C-91A0-7B8A05A52567}" type="parTrans" cxnId="{C7E46D7B-E7E7-43CF-B9DB-859D9E15CB43}">
      <dgm:prSet/>
      <dgm:spPr/>
      <dgm:t>
        <a:bodyPr/>
        <a:lstStyle/>
        <a:p>
          <a:endParaRPr lang="en-US"/>
        </a:p>
      </dgm:t>
    </dgm:pt>
    <dgm:pt modelId="{02885BB7-401F-488D-985A-B763A635FFA7}" type="sibTrans" cxnId="{C7E46D7B-E7E7-43CF-B9DB-859D9E15CB43}">
      <dgm:prSet/>
      <dgm:spPr/>
      <dgm:t>
        <a:bodyPr/>
        <a:lstStyle/>
        <a:p>
          <a:endParaRPr lang="en-US"/>
        </a:p>
      </dgm:t>
    </dgm:pt>
    <dgm:pt modelId="{D2868530-B84D-409D-8F7F-5A69B6C89C24}">
      <dgm:prSet/>
      <dgm:spPr/>
      <dgm:t>
        <a:bodyPr/>
        <a:lstStyle/>
        <a:p>
          <a:r>
            <a:rPr lang="fr-FR"/>
            <a:t>• Font Awesome pour les icônes</a:t>
          </a:r>
          <a:endParaRPr lang="en-US"/>
        </a:p>
      </dgm:t>
    </dgm:pt>
    <dgm:pt modelId="{B79C3467-976B-470F-84EE-89BA70B52E5E}" type="parTrans" cxnId="{ECF7FA4D-579D-4AB6-9FBA-0B949C0AA8F1}">
      <dgm:prSet/>
      <dgm:spPr/>
      <dgm:t>
        <a:bodyPr/>
        <a:lstStyle/>
        <a:p>
          <a:endParaRPr lang="en-US"/>
        </a:p>
      </dgm:t>
    </dgm:pt>
    <dgm:pt modelId="{828814DA-F5F7-400E-A8B9-FE7BE53AC561}" type="sibTrans" cxnId="{ECF7FA4D-579D-4AB6-9FBA-0B949C0AA8F1}">
      <dgm:prSet/>
      <dgm:spPr/>
      <dgm:t>
        <a:bodyPr/>
        <a:lstStyle/>
        <a:p>
          <a:endParaRPr lang="en-US"/>
        </a:p>
      </dgm:t>
    </dgm:pt>
    <dgm:pt modelId="{90559AE6-944A-41E8-BDA9-6522F1CEA857}">
      <dgm:prSet/>
      <dgm:spPr/>
      <dgm:t>
        <a:bodyPr/>
        <a:lstStyle/>
        <a:p>
          <a:r>
            <a:rPr lang="fr-FR"/>
            <a:t>• LocalStorage pour la persistance</a:t>
          </a:r>
          <a:endParaRPr lang="en-US"/>
        </a:p>
      </dgm:t>
    </dgm:pt>
    <dgm:pt modelId="{1414E525-8C39-47C4-B93A-7E1396804E2E}" type="parTrans" cxnId="{33B01CF4-7A7F-4DF8-A8EE-62DFD5498E22}">
      <dgm:prSet/>
      <dgm:spPr/>
      <dgm:t>
        <a:bodyPr/>
        <a:lstStyle/>
        <a:p>
          <a:endParaRPr lang="en-US"/>
        </a:p>
      </dgm:t>
    </dgm:pt>
    <dgm:pt modelId="{027E0FBD-BDBA-4779-8684-14F875EF0387}" type="sibTrans" cxnId="{33B01CF4-7A7F-4DF8-A8EE-62DFD5498E22}">
      <dgm:prSet/>
      <dgm:spPr/>
      <dgm:t>
        <a:bodyPr/>
        <a:lstStyle/>
        <a:p>
          <a:endParaRPr lang="en-US"/>
        </a:p>
      </dgm:t>
    </dgm:pt>
    <dgm:pt modelId="{9EE9935C-B415-4E48-BCA6-4CA9B1C6972A}" type="pres">
      <dgm:prSet presAssocID="{01F9E55B-6792-4E40-A87A-247C7B0EEF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512EF8-79FE-4BC1-B936-BCA5C82E2DE6}" type="pres">
      <dgm:prSet presAssocID="{A320986B-DA9D-4256-9FCC-A1B59D1D5834}" presName="hierRoot1" presStyleCnt="0"/>
      <dgm:spPr/>
    </dgm:pt>
    <dgm:pt modelId="{F248F832-7458-4F6F-BD6D-C6C6D395BB5A}" type="pres">
      <dgm:prSet presAssocID="{A320986B-DA9D-4256-9FCC-A1B59D1D5834}" presName="composite" presStyleCnt="0"/>
      <dgm:spPr/>
    </dgm:pt>
    <dgm:pt modelId="{45189C6C-0420-4009-8C4F-FC9172385B11}" type="pres">
      <dgm:prSet presAssocID="{A320986B-DA9D-4256-9FCC-A1B59D1D5834}" presName="background" presStyleLbl="node0" presStyleIdx="0" presStyleCnt="4"/>
      <dgm:spPr/>
    </dgm:pt>
    <dgm:pt modelId="{3F168963-3CB3-4440-BEA6-8D89CB6A1AB1}" type="pres">
      <dgm:prSet presAssocID="{A320986B-DA9D-4256-9FCC-A1B59D1D5834}" presName="text" presStyleLbl="fgAcc0" presStyleIdx="0" presStyleCnt="4">
        <dgm:presLayoutVars>
          <dgm:chPref val="3"/>
        </dgm:presLayoutVars>
      </dgm:prSet>
      <dgm:spPr/>
    </dgm:pt>
    <dgm:pt modelId="{0DBC3359-3769-437C-B064-FDFE0BF892C9}" type="pres">
      <dgm:prSet presAssocID="{A320986B-DA9D-4256-9FCC-A1B59D1D5834}" presName="hierChild2" presStyleCnt="0"/>
      <dgm:spPr/>
    </dgm:pt>
    <dgm:pt modelId="{4CFDE849-63D1-430D-B5C3-442BAD466B58}" type="pres">
      <dgm:prSet presAssocID="{ACB87226-734D-42F8-BEF4-525EAB0797CD}" presName="hierRoot1" presStyleCnt="0"/>
      <dgm:spPr/>
    </dgm:pt>
    <dgm:pt modelId="{D15F9C18-8DA3-4776-8E8B-328AE1487120}" type="pres">
      <dgm:prSet presAssocID="{ACB87226-734D-42F8-BEF4-525EAB0797CD}" presName="composite" presStyleCnt="0"/>
      <dgm:spPr/>
    </dgm:pt>
    <dgm:pt modelId="{B2B98874-F890-4A7A-8167-398A3D8BCE46}" type="pres">
      <dgm:prSet presAssocID="{ACB87226-734D-42F8-BEF4-525EAB0797CD}" presName="background" presStyleLbl="node0" presStyleIdx="1" presStyleCnt="4"/>
      <dgm:spPr/>
    </dgm:pt>
    <dgm:pt modelId="{C2B181FE-D862-48EA-A3EF-BFB353E90E49}" type="pres">
      <dgm:prSet presAssocID="{ACB87226-734D-42F8-BEF4-525EAB0797CD}" presName="text" presStyleLbl="fgAcc0" presStyleIdx="1" presStyleCnt="4">
        <dgm:presLayoutVars>
          <dgm:chPref val="3"/>
        </dgm:presLayoutVars>
      </dgm:prSet>
      <dgm:spPr/>
    </dgm:pt>
    <dgm:pt modelId="{1B7D7057-01D3-407E-9146-08F8E5357FB1}" type="pres">
      <dgm:prSet presAssocID="{ACB87226-734D-42F8-BEF4-525EAB0797CD}" presName="hierChild2" presStyleCnt="0"/>
      <dgm:spPr/>
    </dgm:pt>
    <dgm:pt modelId="{3B721F5E-2079-49BD-8FA3-175EFE99FA5D}" type="pres">
      <dgm:prSet presAssocID="{D2868530-B84D-409D-8F7F-5A69B6C89C24}" presName="hierRoot1" presStyleCnt="0"/>
      <dgm:spPr/>
    </dgm:pt>
    <dgm:pt modelId="{EE344F15-83BC-45BC-B5E3-639B173D4657}" type="pres">
      <dgm:prSet presAssocID="{D2868530-B84D-409D-8F7F-5A69B6C89C24}" presName="composite" presStyleCnt="0"/>
      <dgm:spPr/>
    </dgm:pt>
    <dgm:pt modelId="{4281183F-281A-46F7-96E0-40D30BFB3025}" type="pres">
      <dgm:prSet presAssocID="{D2868530-B84D-409D-8F7F-5A69B6C89C24}" presName="background" presStyleLbl="node0" presStyleIdx="2" presStyleCnt="4"/>
      <dgm:spPr/>
    </dgm:pt>
    <dgm:pt modelId="{5A1CA18C-FAFA-44A8-BA1B-1037F74BC6B0}" type="pres">
      <dgm:prSet presAssocID="{D2868530-B84D-409D-8F7F-5A69B6C89C24}" presName="text" presStyleLbl="fgAcc0" presStyleIdx="2" presStyleCnt="4">
        <dgm:presLayoutVars>
          <dgm:chPref val="3"/>
        </dgm:presLayoutVars>
      </dgm:prSet>
      <dgm:spPr/>
    </dgm:pt>
    <dgm:pt modelId="{AF146BF4-838F-4768-8685-1D7F51457D2E}" type="pres">
      <dgm:prSet presAssocID="{D2868530-B84D-409D-8F7F-5A69B6C89C24}" presName="hierChild2" presStyleCnt="0"/>
      <dgm:spPr/>
    </dgm:pt>
    <dgm:pt modelId="{39DA67C2-352B-425F-A6FC-4F626655FB54}" type="pres">
      <dgm:prSet presAssocID="{90559AE6-944A-41E8-BDA9-6522F1CEA857}" presName="hierRoot1" presStyleCnt="0"/>
      <dgm:spPr/>
    </dgm:pt>
    <dgm:pt modelId="{3E6DB9D7-AC1B-4B04-81FD-5F7BE9B42B8B}" type="pres">
      <dgm:prSet presAssocID="{90559AE6-944A-41E8-BDA9-6522F1CEA857}" presName="composite" presStyleCnt="0"/>
      <dgm:spPr/>
    </dgm:pt>
    <dgm:pt modelId="{FB466115-4C7C-461D-92DB-CD9A611B475D}" type="pres">
      <dgm:prSet presAssocID="{90559AE6-944A-41E8-BDA9-6522F1CEA857}" presName="background" presStyleLbl="node0" presStyleIdx="3" presStyleCnt="4"/>
      <dgm:spPr/>
    </dgm:pt>
    <dgm:pt modelId="{DA326540-71BA-4F12-BFCE-66EF3F37C07A}" type="pres">
      <dgm:prSet presAssocID="{90559AE6-944A-41E8-BDA9-6522F1CEA857}" presName="text" presStyleLbl="fgAcc0" presStyleIdx="3" presStyleCnt="4">
        <dgm:presLayoutVars>
          <dgm:chPref val="3"/>
        </dgm:presLayoutVars>
      </dgm:prSet>
      <dgm:spPr/>
    </dgm:pt>
    <dgm:pt modelId="{3D2B0B21-4CAD-4980-A972-1C4E6150602F}" type="pres">
      <dgm:prSet presAssocID="{90559AE6-944A-41E8-BDA9-6522F1CEA857}" presName="hierChild2" presStyleCnt="0"/>
      <dgm:spPr/>
    </dgm:pt>
  </dgm:ptLst>
  <dgm:cxnLst>
    <dgm:cxn modelId="{199E0034-35E6-4D15-912B-0B3113FB157E}" type="presOf" srcId="{ACB87226-734D-42F8-BEF4-525EAB0797CD}" destId="{C2B181FE-D862-48EA-A3EF-BFB353E90E49}" srcOrd="0" destOrd="0" presId="urn:microsoft.com/office/officeart/2005/8/layout/hierarchy1"/>
    <dgm:cxn modelId="{FBDFFA62-30ED-4468-A8D1-D5C11303CC51}" type="presOf" srcId="{D2868530-B84D-409D-8F7F-5A69B6C89C24}" destId="{5A1CA18C-FAFA-44A8-BA1B-1037F74BC6B0}" srcOrd="0" destOrd="0" presId="urn:microsoft.com/office/officeart/2005/8/layout/hierarchy1"/>
    <dgm:cxn modelId="{ECF7FA4D-579D-4AB6-9FBA-0B949C0AA8F1}" srcId="{01F9E55B-6792-4E40-A87A-247C7B0EEF5A}" destId="{D2868530-B84D-409D-8F7F-5A69B6C89C24}" srcOrd="2" destOrd="0" parTransId="{B79C3467-976B-470F-84EE-89BA70B52E5E}" sibTransId="{828814DA-F5F7-400E-A8B9-FE7BE53AC561}"/>
    <dgm:cxn modelId="{C7E46D7B-E7E7-43CF-B9DB-859D9E15CB43}" srcId="{01F9E55B-6792-4E40-A87A-247C7B0EEF5A}" destId="{ACB87226-734D-42F8-BEF4-525EAB0797CD}" srcOrd="1" destOrd="0" parTransId="{84C428FB-3A0E-433C-91A0-7B8A05A52567}" sibTransId="{02885BB7-401F-488D-985A-B763A635FFA7}"/>
    <dgm:cxn modelId="{D4C405A1-1C7E-4946-9371-CA2921A6E10E}" type="presOf" srcId="{A320986B-DA9D-4256-9FCC-A1B59D1D5834}" destId="{3F168963-3CB3-4440-BEA6-8D89CB6A1AB1}" srcOrd="0" destOrd="0" presId="urn:microsoft.com/office/officeart/2005/8/layout/hierarchy1"/>
    <dgm:cxn modelId="{54C56CF1-D67A-480A-814F-A49E03126DE1}" type="presOf" srcId="{90559AE6-944A-41E8-BDA9-6522F1CEA857}" destId="{DA326540-71BA-4F12-BFCE-66EF3F37C07A}" srcOrd="0" destOrd="0" presId="urn:microsoft.com/office/officeart/2005/8/layout/hierarchy1"/>
    <dgm:cxn modelId="{33B01CF4-7A7F-4DF8-A8EE-62DFD5498E22}" srcId="{01F9E55B-6792-4E40-A87A-247C7B0EEF5A}" destId="{90559AE6-944A-41E8-BDA9-6522F1CEA857}" srcOrd="3" destOrd="0" parTransId="{1414E525-8C39-47C4-B93A-7E1396804E2E}" sibTransId="{027E0FBD-BDBA-4779-8684-14F875EF0387}"/>
    <dgm:cxn modelId="{029608F7-56BA-4347-86C1-5824ED8BD9A6}" type="presOf" srcId="{01F9E55B-6792-4E40-A87A-247C7B0EEF5A}" destId="{9EE9935C-B415-4E48-BCA6-4CA9B1C6972A}" srcOrd="0" destOrd="0" presId="urn:microsoft.com/office/officeart/2005/8/layout/hierarchy1"/>
    <dgm:cxn modelId="{F60B2DFE-5822-4AE0-894C-9314F99FE90B}" srcId="{01F9E55B-6792-4E40-A87A-247C7B0EEF5A}" destId="{A320986B-DA9D-4256-9FCC-A1B59D1D5834}" srcOrd="0" destOrd="0" parTransId="{7E9B77F4-DFC7-4E41-B033-0511E872D027}" sibTransId="{14F27008-CCE9-48D3-9F77-722B8B01A84E}"/>
    <dgm:cxn modelId="{19064032-6EDD-4CA1-B52C-45005995DF86}" type="presParOf" srcId="{9EE9935C-B415-4E48-BCA6-4CA9B1C6972A}" destId="{53512EF8-79FE-4BC1-B936-BCA5C82E2DE6}" srcOrd="0" destOrd="0" presId="urn:microsoft.com/office/officeart/2005/8/layout/hierarchy1"/>
    <dgm:cxn modelId="{DBF14264-1A1C-4C70-9999-DE9FCA474533}" type="presParOf" srcId="{53512EF8-79FE-4BC1-B936-BCA5C82E2DE6}" destId="{F248F832-7458-4F6F-BD6D-C6C6D395BB5A}" srcOrd="0" destOrd="0" presId="urn:microsoft.com/office/officeart/2005/8/layout/hierarchy1"/>
    <dgm:cxn modelId="{80A4AF7C-5300-480B-8E0D-B21D90B0AB27}" type="presParOf" srcId="{F248F832-7458-4F6F-BD6D-C6C6D395BB5A}" destId="{45189C6C-0420-4009-8C4F-FC9172385B11}" srcOrd="0" destOrd="0" presId="urn:microsoft.com/office/officeart/2005/8/layout/hierarchy1"/>
    <dgm:cxn modelId="{BF954DBB-9935-421E-9A9A-DF5A50CDDAAD}" type="presParOf" srcId="{F248F832-7458-4F6F-BD6D-C6C6D395BB5A}" destId="{3F168963-3CB3-4440-BEA6-8D89CB6A1AB1}" srcOrd="1" destOrd="0" presId="urn:microsoft.com/office/officeart/2005/8/layout/hierarchy1"/>
    <dgm:cxn modelId="{F75541D8-699D-4E64-8FAE-137145F87C56}" type="presParOf" srcId="{53512EF8-79FE-4BC1-B936-BCA5C82E2DE6}" destId="{0DBC3359-3769-437C-B064-FDFE0BF892C9}" srcOrd="1" destOrd="0" presId="urn:microsoft.com/office/officeart/2005/8/layout/hierarchy1"/>
    <dgm:cxn modelId="{DBC71E9C-EF72-4E13-AAE4-85F90FE9902E}" type="presParOf" srcId="{9EE9935C-B415-4E48-BCA6-4CA9B1C6972A}" destId="{4CFDE849-63D1-430D-B5C3-442BAD466B58}" srcOrd="1" destOrd="0" presId="urn:microsoft.com/office/officeart/2005/8/layout/hierarchy1"/>
    <dgm:cxn modelId="{D97B3841-23E7-40E8-8E40-003D2DF397F6}" type="presParOf" srcId="{4CFDE849-63D1-430D-B5C3-442BAD466B58}" destId="{D15F9C18-8DA3-4776-8E8B-328AE1487120}" srcOrd="0" destOrd="0" presId="urn:microsoft.com/office/officeart/2005/8/layout/hierarchy1"/>
    <dgm:cxn modelId="{230A1E58-F74F-4A2F-AF5F-1B3151FECE12}" type="presParOf" srcId="{D15F9C18-8DA3-4776-8E8B-328AE1487120}" destId="{B2B98874-F890-4A7A-8167-398A3D8BCE46}" srcOrd="0" destOrd="0" presId="urn:microsoft.com/office/officeart/2005/8/layout/hierarchy1"/>
    <dgm:cxn modelId="{A0275B8A-A278-4AC7-A52E-0F56D95ADA0E}" type="presParOf" srcId="{D15F9C18-8DA3-4776-8E8B-328AE1487120}" destId="{C2B181FE-D862-48EA-A3EF-BFB353E90E49}" srcOrd="1" destOrd="0" presId="urn:microsoft.com/office/officeart/2005/8/layout/hierarchy1"/>
    <dgm:cxn modelId="{51E41AF4-A94C-49CB-A018-7F1CD9A054BF}" type="presParOf" srcId="{4CFDE849-63D1-430D-B5C3-442BAD466B58}" destId="{1B7D7057-01D3-407E-9146-08F8E5357FB1}" srcOrd="1" destOrd="0" presId="urn:microsoft.com/office/officeart/2005/8/layout/hierarchy1"/>
    <dgm:cxn modelId="{BBA66ED6-ABC7-410B-BF67-A4A02AD8AEDD}" type="presParOf" srcId="{9EE9935C-B415-4E48-BCA6-4CA9B1C6972A}" destId="{3B721F5E-2079-49BD-8FA3-175EFE99FA5D}" srcOrd="2" destOrd="0" presId="urn:microsoft.com/office/officeart/2005/8/layout/hierarchy1"/>
    <dgm:cxn modelId="{59CDAD2D-47A3-4D9C-825B-171D6440D4EE}" type="presParOf" srcId="{3B721F5E-2079-49BD-8FA3-175EFE99FA5D}" destId="{EE344F15-83BC-45BC-B5E3-639B173D4657}" srcOrd="0" destOrd="0" presId="urn:microsoft.com/office/officeart/2005/8/layout/hierarchy1"/>
    <dgm:cxn modelId="{91814E4F-1B60-4869-94B4-D593CD0E6462}" type="presParOf" srcId="{EE344F15-83BC-45BC-B5E3-639B173D4657}" destId="{4281183F-281A-46F7-96E0-40D30BFB3025}" srcOrd="0" destOrd="0" presId="urn:microsoft.com/office/officeart/2005/8/layout/hierarchy1"/>
    <dgm:cxn modelId="{4375F6AC-0449-443B-AD1C-E65B84DF2C84}" type="presParOf" srcId="{EE344F15-83BC-45BC-B5E3-639B173D4657}" destId="{5A1CA18C-FAFA-44A8-BA1B-1037F74BC6B0}" srcOrd="1" destOrd="0" presId="urn:microsoft.com/office/officeart/2005/8/layout/hierarchy1"/>
    <dgm:cxn modelId="{22831C9A-2D5D-47B6-B342-6D50000DC8C5}" type="presParOf" srcId="{3B721F5E-2079-49BD-8FA3-175EFE99FA5D}" destId="{AF146BF4-838F-4768-8685-1D7F51457D2E}" srcOrd="1" destOrd="0" presId="urn:microsoft.com/office/officeart/2005/8/layout/hierarchy1"/>
    <dgm:cxn modelId="{50B356D4-008D-4995-9386-A84A77C78E04}" type="presParOf" srcId="{9EE9935C-B415-4E48-BCA6-4CA9B1C6972A}" destId="{39DA67C2-352B-425F-A6FC-4F626655FB54}" srcOrd="3" destOrd="0" presId="urn:microsoft.com/office/officeart/2005/8/layout/hierarchy1"/>
    <dgm:cxn modelId="{DDBFBF3C-313E-4437-87B5-A515397BD717}" type="presParOf" srcId="{39DA67C2-352B-425F-A6FC-4F626655FB54}" destId="{3E6DB9D7-AC1B-4B04-81FD-5F7BE9B42B8B}" srcOrd="0" destOrd="0" presId="urn:microsoft.com/office/officeart/2005/8/layout/hierarchy1"/>
    <dgm:cxn modelId="{2D92831A-9C98-48FB-9460-31AAF9C6841B}" type="presParOf" srcId="{3E6DB9D7-AC1B-4B04-81FD-5F7BE9B42B8B}" destId="{FB466115-4C7C-461D-92DB-CD9A611B475D}" srcOrd="0" destOrd="0" presId="urn:microsoft.com/office/officeart/2005/8/layout/hierarchy1"/>
    <dgm:cxn modelId="{0514CF0E-FEB6-4707-BEFD-4D9CC62F7616}" type="presParOf" srcId="{3E6DB9D7-AC1B-4B04-81FD-5F7BE9B42B8B}" destId="{DA326540-71BA-4F12-BFCE-66EF3F37C07A}" srcOrd="1" destOrd="0" presId="urn:microsoft.com/office/officeart/2005/8/layout/hierarchy1"/>
    <dgm:cxn modelId="{54B7158D-4CD8-420A-9CB4-5982C00D08B2}" type="presParOf" srcId="{39DA67C2-352B-425F-A6FC-4F626655FB54}" destId="{3D2B0B21-4CAD-4980-A972-1C4E615060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EFE24C-DF67-4166-B535-FA76D50BC6A3}" type="doc">
      <dgm:prSet loTypeId="urn:microsoft.com/office/officeart/2018/2/layout/IconCircle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EB24294-2200-42EF-8328-C6E9F14A746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• Architecture modulaire</a:t>
          </a:r>
          <a:endParaRPr lang="en-US"/>
        </a:p>
      </dgm:t>
    </dgm:pt>
    <dgm:pt modelId="{35D73325-AF63-40E2-9EC3-7F4B5D275741}" type="parTrans" cxnId="{0DBD9E9C-4997-40B7-A8D7-B17E7143ECED}">
      <dgm:prSet/>
      <dgm:spPr/>
      <dgm:t>
        <a:bodyPr/>
        <a:lstStyle/>
        <a:p>
          <a:endParaRPr lang="en-US"/>
        </a:p>
      </dgm:t>
    </dgm:pt>
    <dgm:pt modelId="{A14B86E3-538C-4635-B650-823BE2C849DA}" type="sibTrans" cxnId="{0DBD9E9C-4997-40B7-A8D7-B17E7143EC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94A88B-CE4A-4C19-89C0-4E33FF3CBB8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• Séparation des responsabilités</a:t>
          </a:r>
          <a:endParaRPr lang="en-US"/>
        </a:p>
      </dgm:t>
    </dgm:pt>
    <dgm:pt modelId="{62837501-5812-4CC2-B278-A009AB8373F8}" type="parTrans" cxnId="{6F05B1BE-D17A-4740-A2FC-6303BDB4DE82}">
      <dgm:prSet/>
      <dgm:spPr/>
      <dgm:t>
        <a:bodyPr/>
        <a:lstStyle/>
        <a:p>
          <a:endParaRPr lang="en-US"/>
        </a:p>
      </dgm:t>
    </dgm:pt>
    <dgm:pt modelId="{B655C798-8199-4D4A-99F3-9BBFEBE29034}" type="sibTrans" cxnId="{6F05B1BE-D17A-4740-A2FC-6303BDB4DE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F777F44-FF5A-48F6-9951-C8D7AB92CD4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• Design responsive</a:t>
          </a:r>
          <a:endParaRPr lang="en-US"/>
        </a:p>
      </dgm:t>
    </dgm:pt>
    <dgm:pt modelId="{70BE4252-8557-48B0-AA49-8842F90A070D}" type="parTrans" cxnId="{CEDDDB91-BAB5-43A9-B3C2-65630A1AAB8C}">
      <dgm:prSet/>
      <dgm:spPr/>
      <dgm:t>
        <a:bodyPr/>
        <a:lstStyle/>
        <a:p>
          <a:endParaRPr lang="en-US"/>
        </a:p>
      </dgm:t>
    </dgm:pt>
    <dgm:pt modelId="{A2D89FDD-E540-4706-AF02-C640D4AD9C1A}" type="sibTrans" cxnId="{CEDDDB91-BAB5-43A9-B3C2-65630A1AAB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2E0EF1-25A8-4EB5-8807-5D59D053B9F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• Sans frameworks externes</a:t>
          </a:r>
          <a:endParaRPr lang="en-US"/>
        </a:p>
      </dgm:t>
    </dgm:pt>
    <dgm:pt modelId="{41FFCC09-176C-4D6D-BF20-C2690BE9FEE4}" type="parTrans" cxnId="{0DCC3EDB-FF92-4013-BE05-F97747DB8CF2}">
      <dgm:prSet/>
      <dgm:spPr/>
      <dgm:t>
        <a:bodyPr/>
        <a:lstStyle/>
        <a:p>
          <a:endParaRPr lang="en-US"/>
        </a:p>
      </dgm:t>
    </dgm:pt>
    <dgm:pt modelId="{89AE61BC-664A-48BB-B104-8D0C812D36D2}" type="sibTrans" cxnId="{0DCC3EDB-FF92-4013-BE05-F97747DB8CF2}">
      <dgm:prSet/>
      <dgm:spPr/>
      <dgm:t>
        <a:bodyPr/>
        <a:lstStyle/>
        <a:p>
          <a:endParaRPr lang="en-US"/>
        </a:p>
      </dgm:t>
    </dgm:pt>
    <dgm:pt modelId="{57882DC6-154B-4387-8AC8-EE26BEF40216}" type="pres">
      <dgm:prSet presAssocID="{10EFE24C-DF67-4166-B535-FA76D50BC6A3}" presName="root" presStyleCnt="0">
        <dgm:presLayoutVars>
          <dgm:dir/>
          <dgm:resizeHandles val="exact"/>
        </dgm:presLayoutVars>
      </dgm:prSet>
      <dgm:spPr/>
    </dgm:pt>
    <dgm:pt modelId="{327F03AA-AD75-4594-AEAE-CBD81E5134B8}" type="pres">
      <dgm:prSet presAssocID="{10EFE24C-DF67-4166-B535-FA76D50BC6A3}" presName="container" presStyleCnt="0">
        <dgm:presLayoutVars>
          <dgm:dir/>
          <dgm:resizeHandles val="exact"/>
        </dgm:presLayoutVars>
      </dgm:prSet>
      <dgm:spPr/>
    </dgm:pt>
    <dgm:pt modelId="{4D7CF632-D369-4A57-81C8-8D67A0DF02E5}" type="pres">
      <dgm:prSet presAssocID="{8EB24294-2200-42EF-8328-C6E9F14A746D}" presName="compNode" presStyleCnt="0"/>
      <dgm:spPr/>
    </dgm:pt>
    <dgm:pt modelId="{BEE19ED6-52A9-4D99-AE26-E4A0347C1EFB}" type="pres">
      <dgm:prSet presAssocID="{8EB24294-2200-42EF-8328-C6E9F14A746D}" presName="iconBgRect" presStyleLbl="bgShp" presStyleIdx="0" presStyleCnt="4"/>
      <dgm:spPr/>
    </dgm:pt>
    <dgm:pt modelId="{BF9567C2-2F7F-44CC-AABC-159F5F3A2EE6}" type="pres">
      <dgm:prSet presAssocID="{8EB24294-2200-42EF-8328-C6E9F14A74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93D9662-548A-4BE6-874B-78816D2F88AD}" type="pres">
      <dgm:prSet presAssocID="{8EB24294-2200-42EF-8328-C6E9F14A746D}" presName="spaceRect" presStyleCnt="0"/>
      <dgm:spPr/>
    </dgm:pt>
    <dgm:pt modelId="{EBD36630-B987-4DE8-A35E-9E44B3909604}" type="pres">
      <dgm:prSet presAssocID="{8EB24294-2200-42EF-8328-C6E9F14A746D}" presName="textRect" presStyleLbl="revTx" presStyleIdx="0" presStyleCnt="4">
        <dgm:presLayoutVars>
          <dgm:chMax val="1"/>
          <dgm:chPref val="1"/>
        </dgm:presLayoutVars>
      </dgm:prSet>
      <dgm:spPr/>
    </dgm:pt>
    <dgm:pt modelId="{818F929A-6833-4E9E-9A3B-CE7A3FA21467}" type="pres">
      <dgm:prSet presAssocID="{A14B86E3-538C-4635-B650-823BE2C849DA}" presName="sibTrans" presStyleLbl="sibTrans2D1" presStyleIdx="0" presStyleCnt="0"/>
      <dgm:spPr/>
    </dgm:pt>
    <dgm:pt modelId="{947D08F8-FDAE-47AD-9EBE-1A27621854AA}" type="pres">
      <dgm:prSet presAssocID="{2594A88B-CE4A-4C19-89C0-4E33FF3CBB8E}" presName="compNode" presStyleCnt="0"/>
      <dgm:spPr/>
    </dgm:pt>
    <dgm:pt modelId="{AC2D884E-015A-4AE5-8326-C5C3A83D794F}" type="pres">
      <dgm:prSet presAssocID="{2594A88B-CE4A-4C19-89C0-4E33FF3CBB8E}" presName="iconBgRect" presStyleLbl="bgShp" presStyleIdx="1" presStyleCnt="4"/>
      <dgm:spPr/>
    </dgm:pt>
    <dgm:pt modelId="{8A0854ED-FBF3-49BF-B8DB-A343B1E3696E}" type="pres">
      <dgm:prSet presAssocID="{2594A88B-CE4A-4C19-89C0-4E33FF3CBB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AEECD0B-43AB-405E-A5C2-B71C0041B4CD}" type="pres">
      <dgm:prSet presAssocID="{2594A88B-CE4A-4C19-89C0-4E33FF3CBB8E}" presName="spaceRect" presStyleCnt="0"/>
      <dgm:spPr/>
    </dgm:pt>
    <dgm:pt modelId="{078EB480-6B98-4EA1-A646-3F0BF5D816EF}" type="pres">
      <dgm:prSet presAssocID="{2594A88B-CE4A-4C19-89C0-4E33FF3CBB8E}" presName="textRect" presStyleLbl="revTx" presStyleIdx="1" presStyleCnt="4">
        <dgm:presLayoutVars>
          <dgm:chMax val="1"/>
          <dgm:chPref val="1"/>
        </dgm:presLayoutVars>
      </dgm:prSet>
      <dgm:spPr/>
    </dgm:pt>
    <dgm:pt modelId="{50007B36-E6C1-4C02-90CC-B0A210ED792E}" type="pres">
      <dgm:prSet presAssocID="{B655C798-8199-4D4A-99F3-9BBFEBE29034}" presName="sibTrans" presStyleLbl="sibTrans2D1" presStyleIdx="0" presStyleCnt="0"/>
      <dgm:spPr/>
    </dgm:pt>
    <dgm:pt modelId="{81952E5E-FB99-4833-AFEE-C653A4D08A03}" type="pres">
      <dgm:prSet presAssocID="{AF777F44-FF5A-48F6-9951-C8D7AB92CD49}" presName="compNode" presStyleCnt="0"/>
      <dgm:spPr/>
    </dgm:pt>
    <dgm:pt modelId="{9F1A7D5B-3AA9-4A58-80DC-85FD41B3D03B}" type="pres">
      <dgm:prSet presAssocID="{AF777F44-FF5A-48F6-9951-C8D7AB92CD49}" presName="iconBgRect" presStyleLbl="bgShp" presStyleIdx="2" presStyleCnt="4"/>
      <dgm:spPr/>
    </dgm:pt>
    <dgm:pt modelId="{3FEE955B-4129-4507-9C0A-E3036FB07A94}" type="pres">
      <dgm:prSet presAssocID="{AF777F44-FF5A-48F6-9951-C8D7AB92CD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5AD20D1-9F06-4A8E-A564-E248C491E172}" type="pres">
      <dgm:prSet presAssocID="{AF777F44-FF5A-48F6-9951-C8D7AB92CD49}" presName="spaceRect" presStyleCnt="0"/>
      <dgm:spPr/>
    </dgm:pt>
    <dgm:pt modelId="{C55EC4DF-9940-42DF-990F-BA12CF092DD3}" type="pres">
      <dgm:prSet presAssocID="{AF777F44-FF5A-48F6-9951-C8D7AB92CD49}" presName="textRect" presStyleLbl="revTx" presStyleIdx="2" presStyleCnt="4">
        <dgm:presLayoutVars>
          <dgm:chMax val="1"/>
          <dgm:chPref val="1"/>
        </dgm:presLayoutVars>
      </dgm:prSet>
      <dgm:spPr/>
    </dgm:pt>
    <dgm:pt modelId="{AB7037A3-2ECB-4345-B8D1-264EA8232C63}" type="pres">
      <dgm:prSet presAssocID="{A2D89FDD-E540-4706-AF02-C640D4AD9C1A}" presName="sibTrans" presStyleLbl="sibTrans2D1" presStyleIdx="0" presStyleCnt="0"/>
      <dgm:spPr/>
    </dgm:pt>
    <dgm:pt modelId="{9C2AC562-7EF8-4526-A1F8-6CF0EF8EFAAC}" type="pres">
      <dgm:prSet presAssocID="{D42E0EF1-25A8-4EB5-8807-5D59D053B9FA}" presName="compNode" presStyleCnt="0"/>
      <dgm:spPr/>
    </dgm:pt>
    <dgm:pt modelId="{CD209659-6861-4073-9F4A-D9090E3C579C}" type="pres">
      <dgm:prSet presAssocID="{D42E0EF1-25A8-4EB5-8807-5D59D053B9FA}" presName="iconBgRect" presStyleLbl="bgShp" presStyleIdx="3" presStyleCnt="4"/>
      <dgm:spPr/>
    </dgm:pt>
    <dgm:pt modelId="{76D33C5A-87DC-4BB2-8AE6-7E816ECBD703}" type="pres">
      <dgm:prSet presAssocID="{D42E0EF1-25A8-4EB5-8807-5D59D053B9F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95D7A93-2B47-44B4-98D3-7F68C8282B95}" type="pres">
      <dgm:prSet presAssocID="{D42E0EF1-25A8-4EB5-8807-5D59D053B9FA}" presName="spaceRect" presStyleCnt="0"/>
      <dgm:spPr/>
    </dgm:pt>
    <dgm:pt modelId="{31637140-D91B-44F6-8C80-F0F6A886A623}" type="pres">
      <dgm:prSet presAssocID="{D42E0EF1-25A8-4EB5-8807-5D59D053B9F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E79211-A4A6-45D4-95AD-0F7A2A1FE585}" type="presOf" srcId="{10EFE24C-DF67-4166-B535-FA76D50BC6A3}" destId="{57882DC6-154B-4387-8AC8-EE26BEF40216}" srcOrd="0" destOrd="0" presId="urn:microsoft.com/office/officeart/2018/2/layout/IconCircleList"/>
    <dgm:cxn modelId="{9FE27A12-E9DE-420A-AE63-EA87F1BC6079}" type="presOf" srcId="{A14B86E3-538C-4635-B650-823BE2C849DA}" destId="{818F929A-6833-4E9E-9A3B-CE7A3FA21467}" srcOrd="0" destOrd="0" presId="urn:microsoft.com/office/officeart/2018/2/layout/IconCircleList"/>
    <dgm:cxn modelId="{7CF63719-B614-4B34-A7C6-AB9A8AFAD954}" type="presOf" srcId="{2594A88B-CE4A-4C19-89C0-4E33FF3CBB8E}" destId="{078EB480-6B98-4EA1-A646-3F0BF5D816EF}" srcOrd="0" destOrd="0" presId="urn:microsoft.com/office/officeart/2018/2/layout/IconCircleList"/>
    <dgm:cxn modelId="{14AE5C50-8070-4658-9B69-051CCD018E99}" type="presOf" srcId="{AF777F44-FF5A-48F6-9951-C8D7AB92CD49}" destId="{C55EC4DF-9940-42DF-990F-BA12CF092DD3}" srcOrd="0" destOrd="0" presId="urn:microsoft.com/office/officeart/2018/2/layout/IconCircleList"/>
    <dgm:cxn modelId="{B8966953-0744-40FD-9A7B-DABDFD650DD3}" type="presOf" srcId="{B655C798-8199-4D4A-99F3-9BBFEBE29034}" destId="{50007B36-E6C1-4C02-90CC-B0A210ED792E}" srcOrd="0" destOrd="0" presId="urn:microsoft.com/office/officeart/2018/2/layout/IconCircleList"/>
    <dgm:cxn modelId="{41422C55-725F-4B39-BAAF-A38AD48499D8}" type="presOf" srcId="{D42E0EF1-25A8-4EB5-8807-5D59D053B9FA}" destId="{31637140-D91B-44F6-8C80-F0F6A886A623}" srcOrd="0" destOrd="0" presId="urn:microsoft.com/office/officeart/2018/2/layout/IconCircleList"/>
    <dgm:cxn modelId="{CEDDDB91-BAB5-43A9-B3C2-65630A1AAB8C}" srcId="{10EFE24C-DF67-4166-B535-FA76D50BC6A3}" destId="{AF777F44-FF5A-48F6-9951-C8D7AB92CD49}" srcOrd="2" destOrd="0" parTransId="{70BE4252-8557-48B0-AA49-8842F90A070D}" sibTransId="{A2D89FDD-E540-4706-AF02-C640D4AD9C1A}"/>
    <dgm:cxn modelId="{C064E79B-49BB-4DF4-AB38-DCE7699B62A8}" type="presOf" srcId="{A2D89FDD-E540-4706-AF02-C640D4AD9C1A}" destId="{AB7037A3-2ECB-4345-B8D1-264EA8232C63}" srcOrd="0" destOrd="0" presId="urn:microsoft.com/office/officeart/2018/2/layout/IconCircleList"/>
    <dgm:cxn modelId="{0DBD9E9C-4997-40B7-A8D7-B17E7143ECED}" srcId="{10EFE24C-DF67-4166-B535-FA76D50BC6A3}" destId="{8EB24294-2200-42EF-8328-C6E9F14A746D}" srcOrd="0" destOrd="0" parTransId="{35D73325-AF63-40E2-9EC3-7F4B5D275741}" sibTransId="{A14B86E3-538C-4635-B650-823BE2C849DA}"/>
    <dgm:cxn modelId="{6F05B1BE-D17A-4740-A2FC-6303BDB4DE82}" srcId="{10EFE24C-DF67-4166-B535-FA76D50BC6A3}" destId="{2594A88B-CE4A-4C19-89C0-4E33FF3CBB8E}" srcOrd="1" destOrd="0" parTransId="{62837501-5812-4CC2-B278-A009AB8373F8}" sibTransId="{B655C798-8199-4D4A-99F3-9BBFEBE29034}"/>
    <dgm:cxn modelId="{0DCC3EDB-FF92-4013-BE05-F97747DB8CF2}" srcId="{10EFE24C-DF67-4166-B535-FA76D50BC6A3}" destId="{D42E0EF1-25A8-4EB5-8807-5D59D053B9FA}" srcOrd="3" destOrd="0" parTransId="{41FFCC09-176C-4D6D-BF20-C2690BE9FEE4}" sibTransId="{89AE61BC-664A-48BB-B104-8D0C812D36D2}"/>
    <dgm:cxn modelId="{2E8F9FEC-2BD7-4018-84B3-FAD790F71F4A}" type="presOf" srcId="{8EB24294-2200-42EF-8328-C6E9F14A746D}" destId="{EBD36630-B987-4DE8-A35E-9E44B3909604}" srcOrd="0" destOrd="0" presId="urn:microsoft.com/office/officeart/2018/2/layout/IconCircleList"/>
    <dgm:cxn modelId="{268BC71B-325D-420A-ADD0-F3BB8A5E8E77}" type="presParOf" srcId="{57882DC6-154B-4387-8AC8-EE26BEF40216}" destId="{327F03AA-AD75-4594-AEAE-CBD81E5134B8}" srcOrd="0" destOrd="0" presId="urn:microsoft.com/office/officeart/2018/2/layout/IconCircleList"/>
    <dgm:cxn modelId="{949DB79D-2D53-4A14-A32E-7CE3D0B37D26}" type="presParOf" srcId="{327F03AA-AD75-4594-AEAE-CBD81E5134B8}" destId="{4D7CF632-D369-4A57-81C8-8D67A0DF02E5}" srcOrd="0" destOrd="0" presId="urn:microsoft.com/office/officeart/2018/2/layout/IconCircleList"/>
    <dgm:cxn modelId="{1DBBBF52-200C-4CFA-9365-FE8F28F19C40}" type="presParOf" srcId="{4D7CF632-D369-4A57-81C8-8D67A0DF02E5}" destId="{BEE19ED6-52A9-4D99-AE26-E4A0347C1EFB}" srcOrd="0" destOrd="0" presId="urn:microsoft.com/office/officeart/2018/2/layout/IconCircleList"/>
    <dgm:cxn modelId="{D3A98966-27B1-4C47-824E-736869973659}" type="presParOf" srcId="{4D7CF632-D369-4A57-81C8-8D67A0DF02E5}" destId="{BF9567C2-2F7F-44CC-AABC-159F5F3A2EE6}" srcOrd="1" destOrd="0" presId="urn:microsoft.com/office/officeart/2018/2/layout/IconCircleList"/>
    <dgm:cxn modelId="{91F5909A-0294-40F9-ABC9-91DB72C4B767}" type="presParOf" srcId="{4D7CF632-D369-4A57-81C8-8D67A0DF02E5}" destId="{393D9662-548A-4BE6-874B-78816D2F88AD}" srcOrd="2" destOrd="0" presId="urn:microsoft.com/office/officeart/2018/2/layout/IconCircleList"/>
    <dgm:cxn modelId="{FAD9C768-0605-4047-BE52-84150498C18C}" type="presParOf" srcId="{4D7CF632-D369-4A57-81C8-8D67A0DF02E5}" destId="{EBD36630-B987-4DE8-A35E-9E44B3909604}" srcOrd="3" destOrd="0" presId="urn:microsoft.com/office/officeart/2018/2/layout/IconCircleList"/>
    <dgm:cxn modelId="{056D0ACA-F18E-4689-AE37-39C25708C46F}" type="presParOf" srcId="{327F03AA-AD75-4594-AEAE-CBD81E5134B8}" destId="{818F929A-6833-4E9E-9A3B-CE7A3FA21467}" srcOrd="1" destOrd="0" presId="urn:microsoft.com/office/officeart/2018/2/layout/IconCircleList"/>
    <dgm:cxn modelId="{C20768A0-18F7-4A7B-89BD-3CF3437C60AB}" type="presParOf" srcId="{327F03AA-AD75-4594-AEAE-CBD81E5134B8}" destId="{947D08F8-FDAE-47AD-9EBE-1A27621854AA}" srcOrd="2" destOrd="0" presId="urn:microsoft.com/office/officeart/2018/2/layout/IconCircleList"/>
    <dgm:cxn modelId="{2C5052E2-1211-4FC9-9E48-2E14119543A8}" type="presParOf" srcId="{947D08F8-FDAE-47AD-9EBE-1A27621854AA}" destId="{AC2D884E-015A-4AE5-8326-C5C3A83D794F}" srcOrd="0" destOrd="0" presId="urn:microsoft.com/office/officeart/2018/2/layout/IconCircleList"/>
    <dgm:cxn modelId="{8B67F4BC-6D78-4330-80C9-9113317D9E6C}" type="presParOf" srcId="{947D08F8-FDAE-47AD-9EBE-1A27621854AA}" destId="{8A0854ED-FBF3-49BF-B8DB-A343B1E3696E}" srcOrd="1" destOrd="0" presId="urn:microsoft.com/office/officeart/2018/2/layout/IconCircleList"/>
    <dgm:cxn modelId="{70EC1D50-4CD8-4C95-AD5D-733839CF1A2A}" type="presParOf" srcId="{947D08F8-FDAE-47AD-9EBE-1A27621854AA}" destId="{1AEECD0B-43AB-405E-A5C2-B71C0041B4CD}" srcOrd="2" destOrd="0" presId="urn:microsoft.com/office/officeart/2018/2/layout/IconCircleList"/>
    <dgm:cxn modelId="{8301C661-05D2-4857-8B7B-9E5D3DD758FA}" type="presParOf" srcId="{947D08F8-FDAE-47AD-9EBE-1A27621854AA}" destId="{078EB480-6B98-4EA1-A646-3F0BF5D816EF}" srcOrd="3" destOrd="0" presId="urn:microsoft.com/office/officeart/2018/2/layout/IconCircleList"/>
    <dgm:cxn modelId="{198A422E-BB17-4F75-8246-6981BE20D947}" type="presParOf" srcId="{327F03AA-AD75-4594-AEAE-CBD81E5134B8}" destId="{50007B36-E6C1-4C02-90CC-B0A210ED792E}" srcOrd="3" destOrd="0" presId="urn:microsoft.com/office/officeart/2018/2/layout/IconCircleList"/>
    <dgm:cxn modelId="{F4BCAB59-6BAA-443E-8574-2E659FFD4207}" type="presParOf" srcId="{327F03AA-AD75-4594-AEAE-CBD81E5134B8}" destId="{81952E5E-FB99-4833-AFEE-C653A4D08A03}" srcOrd="4" destOrd="0" presId="urn:microsoft.com/office/officeart/2018/2/layout/IconCircleList"/>
    <dgm:cxn modelId="{223C2807-4A04-47F8-9002-C703168187A8}" type="presParOf" srcId="{81952E5E-FB99-4833-AFEE-C653A4D08A03}" destId="{9F1A7D5B-3AA9-4A58-80DC-85FD41B3D03B}" srcOrd="0" destOrd="0" presId="urn:microsoft.com/office/officeart/2018/2/layout/IconCircleList"/>
    <dgm:cxn modelId="{5D0D5B0D-9609-4C49-998C-CB547B39D8AE}" type="presParOf" srcId="{81952E5E-FB99-4833-AFEE-C653A4D08A03}" destId="{3FEE955B-4129-4507-9C0A-E3036FB07A94}" srcOrd="1" destOrd="0" presId="urn:microsoft.com/office/officeart/2018/2/layout/IconCircleList"/>
    <dgm:cxn modelId="{2CDF200F-11A5-4C7A-911F-DD86E6CA1341}" type="presParOf" srcId="{81952E5E-FB99-4833-AFEE-C653A4D08A03}" destId="{D5AD20D1-9F06-4A8E-A564-E248C491E172}" srcOrd="2" destOrd="0" presId="urn:microsoft.com/office/officeart/2018/2/layout/IconCircleList"/>
    <dgm:cxn modelId="{2871AB7D-0E48-4267-9CB1-81823838B9BF}" type="presParOf" srcId="{81952E5E-FB99-4833-AFEE-C653A4D08A03}" destId="{C55EC4DF-9940-42DF-990F-BA12CF092DD3}" srcOrd="3" destOrd="0" presId="urn:microsoft.com/office/officeart/2018/2/layout/IconCircleList"/>
    <dgm:cxn modelId="{49B16ACF-A343-4AA0-9BB3-E4DEC490A664}" type="presParOf" srcId="{327F03AA-AD75-4594-AEAE-CBD81E5134B8}" destId="{AB7037A3-2ECB-4345-B8D1-264EA8232C63}" srcOrd="5" destOrd="0" presId="urn:microsoft.com/office/officeart/2018/2/layout/IconCircleList"/>
    <dgm:cxn modelId="{9F5C5DA7-A3F8-4DA6-A14A-DCAE22CA2D61}" type="presParOf" srcId="{327F03AA-AD75-4594-AEAE-CBD81E5134B8}" destId="{9C2AC562-7EF8-4526-A1F8-6CF0EF8EFAAC}" srcOrd="6" destOrd="0" presId="urn:microsoft.com/office/officeart/2018/2/layout/IconCircleList"/>
    <dgm:cxn modelId="{3EA4B2EE-1752-461D-B3C6-C932C934FCB2}" type="presParOf" srcId="{9C2AC562-7EF8-4526-A1F8-6CF0EF8EFAAC}" destId="{CD209659-6861-4073-9F4A-D9090E3C579C}" srcOrd="0" destOrd="0" presId="urn:microsoft.com/office/officeart/2018/2/layout/IconCircleList"/>
    <dgm:cxn modelId="{DD48110E-F3C1-4BA7-9A38-63CE8557D9DC}" type="presParOf" srcId="{9C2AC562-7EF8-4526-A1F8-6CF0EF8EFAAC}" destId="{76D33C5A-87DC-4BB2-8AE6-7E816ECBD703}" srcOrd="1" destOrd="0" presId="urn:microsoft.com/office/officeart/2018/2/layout/IconCircleList"/>
    <dgm:cxn modelId="{D67A0595-9AF5-4677-AFEF-D0AE6FBA5C64}" type="presParOf" srcId="{9C2AC562-7EF8-4526-A1F8-6CF0EF8EFAAC}" destId="{295D7A93-2B47-44B4-98D3-7F68C8282B95}" srcOrd="2" destOrd="0" presId="urn:microsoft.com/office/officeart/2018/2/layout/IconCircleList"/>
    <dgm:cxn modelId="{BA6113B5-638A-4B99-AFD6-BA6571A68F3A}" type="presParOf" srcId="{9C2AC562-7EF8-4526-A1F8-6CF0EF8EFAAC}" destId="{31637140-D91B-44F6-8C80-F0F6A886A62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93B847-114B-4C1F-B43E-B26EE11CD30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1E4EDF-586F-4AA6-B4A7-C44707DF3F9E}">
      <dgm:prSet/>
      <dgm:spPr/>
      <dgm:t>
        <a:bodyPr/>
        <a:lstStyle/>
        <a:p>
          <a:r>
            <a:rPr lang="fr-FR"/>
            <a:t>✓ Interface intuitive et moderne</a:t>
          </a:r>
          <a:endParaRPr lang="en-US"/>
        </a:p>
      </dgm:t>
    </dgm:pt>
    <dgm:pt modelId="{8BF05B25-B7C6-4F54-8615-AFC5F56AB671}" type="parTrans" cxnId="{C5F7A7A0-077B-4995-B519-8B3B2C4A5C70}">
      <dgm:prSet/>
      <dgm:spPr/>
      <dgm:t>
        <a:bodyPr/>
        <a:lstStyle/>
        <a:p>
          <a:endParaRPr lang="en-US"/>
        </a:p>
      </dgm:t>
    </dgm:pt>
    <dgm:pt modelId="{A9AE1B51-0549-427E-9379-4793F121B444}" type="sibTrans" cxnId="{C5F7A7A0-077B-4995-B519-8B3B2C4A5C70}">
      <dgm:prSet/>
      <dgm:spPr/>
      <dgm:t>
        <a:bodyPr/>
        <a:lstStyle/>
        <a:p>
          <a:endParaRPr lang="en-US"/>
        </a:p>
      </dgm:t>
    </dgm:pt>
    <dgm:pt modelId="{B9B7745E-D884-4DC4-9D33-39310846CBEE}">
      <dgm:prSet/>
      <dgm:spPr/>
      <dgm:t>
        <a:bodyPr/>
        <a:lstStyle/>
        <a:p>
          <a:r>
            <a:rPr lang="fr-FR"/>
            <a:t>✓ Performance optimale</a:t>
          </a:r>
          <a:endParaRPr lang="en-US"/>
        </a:p>
      </dgm:t>
    </dgm:pt>
    <dgm:pt modelId="{BB749E8B-C918-4556-857C-A00F9FFB2868}" type="parTrans" cxnId="{6D65B4E7-5A78-4B78-A2A0-BA2A24E568F4}">
      <dgm:prSet/>
      <dgm:spPr/>
      <dgm:t>
        <a:bodyPr/>
        <a:lstStyle/>
        <a:p>
          <a:endParaRPr lang="en-US"/>
        </a:p>
      </dgm:t>
    </dgm:pt>
    <dgm:pt modelId="{E1AD7071-4322-4730-92EF-447E042B9527}" type="sibTrans" cxnId="{6D65B4E7-5A78-4B78-A2A0-BA2A24E568F4}">
      <dgm:prSet/>
      <dgm:spPr/>
      <dgm:t>
        <a:bodyPr/>
        <a:lstStyle/>
        <a:p>
          <a:endParaRPr lang="en-US"/>
        </a:p>
      </dgm:t>
    </dgm:pt>
    <dgm:pt modelId="{E345872C-B14A-4134-B3EF-B280DE85DCB3}">
      <dgm:prSet/>
      <dgm:spPr/>
      <dgm:t>
        <a:bodyPr/>
        <a:lstStyle/>
        <a:p>
          <a:r>
            <a:rPr lang="fr-FR"/>
            <a:t>✓ Maintenance facile</a:t>
          </a:r>
          <a:endParaRPr lang="en-US"/>
        </a:p>
      </dgm:t>
    </dgm:pt>
    <dgm:pt modelId="{654C0618-C423-46FD-A81B-0687A2FF47C2}" type="parTrans" cxnId="{4182FB10-3BCE-4DCA-922C-ECAFFAF098EE}">
      <dgm:prSet/>
      <dgm:spPr/>
      <dgm:t>
        <a:bodyPr/>
        <a:lstStyle/>
        <a:p>
          <a:endParaRPr lang="en-US"/>
        </a:p>
      </dgm:t>
    </dgm:pt>
    <dgm:pt modelId="{9F92E442-0AAB-4DD6-A1BF-FA0A71B09842}" type="sibTrans" cxnId="{4182FB10-3BCE-4DCA-922C-ECAFFAF098EE}">
      <dgm:prSet/>
      <dgm:spPr/>
      <dgm:t>
        <a:bodyPr/>
        <a:lstStyle/>
        <a:p>
          <a:endParaRPr lang="en-US"/>
        </a:p>
      </dgm:t>
    </dgm:pt>
    <dgm:pt modelId="{995352A3-91A2-4BF6-9C64-740B2B9980BD}">
      <dgm:prSet/>
      <dgm:spPr/>
      <dgm:t>
        <a:bodyPr/>
        <a:lstStyle/>
        <a:p>
          <a:r>
            <a:rPr lang="fr-FR"/>
            <a:t>✓ Extensible et modulaire</a:t>
          </a:r>
          <a:endParaRPr lang="en-US"/>
        </a:p>
      </dgm:t>
    </dgm:pt>
    <dgm:pt modelId="{4C8DCEBF-8F47-4180-9648-065DF238A469}" type="parTrans" cxnId="{91A9812F-9358-4812-803F-E13BB73CB26F}">
      <dgm:prSet/>
      <dgm:spPr/>
      <dgm:t>
        <a:bodyPr/>
        <a:lstStyle/>
        <a:p>
          <a:endParaRPr lang="en-US"/>
        </a:p>
      </dgm:t>
    </dgm:pt>
    <dgm:pt modelId="{410C9B49-18D7-4385-9230-5CF22BB09521}" type="sibTrans" cxnId="{91A9812F-9358-4812-803F-E13BB73CB26F}">
      <dgm:prSet/>
      <dgm:spPr/>
      <dgm:t>
        <a:bodyPr/>
        <a:lstStyle/>
        <a:p>
          <a:endParaRPr lang="en-US"/>
        </a:p>
      </dgm:t>
    </dgm:pt>
    <dgm:pt modelId="{CA4023C5-A33A-4441-AFA0-0496D7D683AB}">
      <dgm:prSet/>
      <dgm:spPr/>
      <dgm:t>
        <a:bodyPr/>
        <a:lstStyle/>
        <a:p>
          <a:r>
            <a:rPr lang="fr-FR"/>
            <a:t>✓ Sans dépendances externes</a:t>
          </a:r>
          <a:endParaRPr lang="en-US"/>
        </a:p>
      </dgm:t>
    </dgm:pt>
    <dgm:pt modelId="{8DB566C5-9551-4F90-BB39-CC2DCDD70460}" type="parTrans" cxnId="{98794876-C7B0-46A1-AE41-F3F965312C67}">
      <dgm:prSet/>
      <dgm:spPr/>
      <dgm:t>
        <a:bodyPr/>
        <a:lstStyle/>
        <a:p>
          <a:endParaRPr lang="en-US"/>
        </a:p>
      </dgm:t>
    </dgm:pt>
    <dgm:pt modelId="{604EC2B1-9565-472A-BCBC-DF5D1FE89166}" type="sibTrans" cxnId="{98794876-C7B0-46A1-AE41-F3F965312C67}">
      <dgm:prSet/>
      <dgm:spPr/>
      <dgm:t>
        <a:bodyPr/>
        <a:lstStyle/>
        <a:p>
          <a:endParaRPr lang="en-US"/>
        </a:p>
      </dgm:t>
    </dgm:pt>
    <dgm:pt modelId="{6ED66F87-5DF7-467D-A3A7-5FCE5A1A8F45}">
      <dgm:prSet/>
      <dgm:spPr/>
      <dgm:t>
        <a:bodyPr/>
        <a:lstStyle/>
        <a:p>
          <a:r>
            <a:rPr lang="fr-FR"/>
            <a:t>✓ Code propre et bien documenté</a:t>
          </a:r>
          <a:endParaRPr lang="en-US"/>
        </a:p>
      </dgm:t>
    </dgm:pt>
    <dgm:pt modelId="{8EF11EAE-10DE-42E2-8A04-CD791444A621}" type="parTrans" cxnId="{22C637F2-F548-407D-8900-0D36C96745CD}">
      <dgm:prSet/>
      <dgm:spPr/>
      <dgm:t>
        <a:bodyPr/>
        <a:lstStyle/>
        <a:p>
          <a:endParaRPr lang="en-US"/>
        </a:p>
      </dgm:t>
    </dgm:pt>
    <dgm:pt modelId="{EFABF7B2-F06F-482B-AD6D-7E542B5DB9A4}" type="sibTrans" cxnId="{22C637F2-F548-407D-8900-0D36C96745CD}">
      <dgm:prSet/>
      <dgm:spPr/>
      <dgm:t>
        <a:bodyPr/>
        <a:lstStyle/>
        <a:p>
          <a:endParaRPr lang="en-US"/>
        </a:p>
      </dgm:t>
    </dgm:pt>
    <dgm:pt modelId="{8EFD59A7-73C6-4278-A2A2-6D3FEA722353}">
      <dgm:prSet/>
      <dgm:spPr/>
      <dgm:t>
        <a:bodyPr/>
        <a:lstStyle/>
        <a:p>
          <a:r>
            <a:rPr lang="fr-FR"/>
            <a:t>✓ Sécurité renforcée</a:t>
          </a:r>
          <a:endParaRPr lang="en-US"/>
        </a:p>
      </dgm:t>
    </dgm:pt>
    <dgm:pt modelId="{04A3685E-3AFD-4AB6-AE22-014E72963E89}" type="parTrans" cxnId="{701BCABB-3C7E-4026-8404-4B8ED34AE4D9}">
      <dgm:prSet/>
      <dgm:spPr/>
      <dgm:t>
        <a:bodyPr/>
        <a:lstStyle/>
        <a:p>
          <a:endParaRPr lang="en-US"/>
        </a:p>
      </dgm:t>
    </dgm:pt>
    <dgm:pt modelId="{C5A808C8-E5A0-482A-BB9B-472D42CA8062}" type="sibTrans" cxnId="{701BCABB-3C7E-4026-8404-4B8ED34AE4D9}">
      <dgm:prSet/>
      <dgm:spPr/>
      <dgm:t>
        <a:bodyPr/>
        <a:lstStyle/>
        <a:p>
          <a:endParaRPr lang="en-US"/>
        </a:p>
      </dgm:t>
    </dgm:pt>
    <dgm:pt modelId="{4125BE2D-9DA7-4CCD-830B-2F8D75773C65}" type="pres">
      <dgm:prSet presAssocID="{0B93B847-114B-4C1F-B43E-B26EE11CD30B}" presName="diagram" presStyleCnt="0">
        <dgm:presLayoutVars>
          <dgm:dir/>
          <dgm:resizeHandles val="exact"/>
        </dgm:presLayoutVars>
      </dgm:prSet>
      <dgm:spPr/>
    </dgm:pt>
    <dgm:pt modelId="{438C70AE-7C9D-4773-A0F0-26AF9263ED5F}" type="pres">
      <dgm:prSet presAssocID="{D71E4EDF-586F-4AA6-B4A7-C44707DF3F9E}" presName="node" presStyleLbl="node1" presStyleIdx="0" presStyleCnt="7">
        <dgm:presLayoutVars>
          <dgm:bulletEnabled val="1"/>
        </dgm:presLayoutVars>
      </dgm:prSet>
      <dgm:spPr/>
    </dgm:pt>
    <dgm:pt modelId="{43AB7C1C-CDB5-4983-8BE5-D51497E0F856}" type="pres">
      <dgm:prSet presAssocID="{A9AE1B51-0549-427E-9379-4793F121B444}" presName="sibTrans" presStyleCnt="0"/>
      <dgm:spPr/>
    </dgm:pt>
    <dgm:pt modelId="{E873707C-12E3-4F2E-B25F-F302CCA4430B}" type="pres">
      <dgm:prSet presAssocID="{B9B7745E-D884-4DC4-9D33-39310846CBEE}" presName="node" presStyleLbl="node1" presStyleIdx="1" presStyleCnt="7">
        <dgm:presLayoutVars>
          <dgm:bulletEnabled val="1"/>
        </dgm:presLayoutVars>
      </dgm:prSet>
      <dgm:spPr/>
    </dgm:pt>
    <dgm:pt modelId="{85395BD6-350E-4744-AE88-1B6BD4395D34}" type="pres">
      <dgm:prSet presAssocID="{E1AD7071-4322-4730-92EF-447E042B9527}" presName="sibTrans" presStyleCnt="0"/>
      <dgm:spPr/>
    </dgm:pt>
    <dgm:pt modelId="{C1E7321E-C86E-4A82-8EF2-E9D4D01333E1}" type="pres">
      <dgm:prSet presAssocID="{E345872C-B14A-4134-B3EF-B280DE85DCB3}" presName="node" presStyleLbl="node1" presStyleIdx="2" presStyleCnt="7">
        <dgm:presLayoutVars>
          <dgm:bulletEnabled val="1"/>
        </dgm:presLayoutVars>
      </dgm:prSet>
      <dgm:spPr/>
    </dgm:pt>
    <dgm:pt modelId="{DB9772D2-80AC-4A7C-87F6-2C45348A409E}" type="pres">
      <dgm:prSet presAssocID="{9F92E442-0AAB-4DD6-A1BF-FA0A71B09842}" presName="sibTrans" presStyleCnt="0"/>
      <dgm:spPr/>
    </dgm:pt>
    <dgm:pt modelId="{CC273BCF-28FC-4F6F-994F-81015CC6C8BF}" type="pres">
      <dgm:prSet presAssocID="{995352A3-91A2-4BF6-9C64-740B2B9980BD}" presName="node" presStyleLbl="node1" presStyleIdx="3" presStyleCnt="7">
        <dgm:presLayoutVars>
          <dgm:bulletEnabled val="1"/>
        </dgm:presLayoutVars>
      </dgm:prSet>
      <dgm:spPr/>
    </dgm:pt>
    <dgm:pt modelId="{D76076C7-D478-4A42-978F-E701065AAB44}" type="pres">
      <dgm:prSet presAssocID="{410C9B49-18D7-4385-9230-5CF22BB09521}" presName="sibTrans" presStyleCnt="0"/>
      <dgm:spPr/>
    </dgm:pt>
    <dgm:pt modelId="{03C4C252-73E5-4B88-9EEB-0D1F90645164}" type="pres">
      <dgm:prSet presAssocID="{CA4023C5-A33A-4441-AFA0-0496D7D683AB}" presName="node" presStyleLbl="node1" presStyleIdx="4" presStyleCnt="7">
        <dgm:presLayoutVars>
          <dgm:bulletEnabled val="1"/>
        </dgm:presLayoutVars>
      </dgm:prSet>
      <dgm:spPr/>
    </dgm:pt>
    <dgm:pt modelId="{79A3C674-16E5-404F-9F5E-2059776ECC68}" type="pres">
      <dgm:prSet presAssocID="{604EC2B1-9565-472A-BCBC-DF5D1FE89166}" presName="sibTrans" presStyleCnt="0"/>
      <dgm:spPr/>
    </dgm:pt>
    <dgm:pt modelId="{2C1F6204-4CB5-459B-BE57-D71B9507BED1}" type="pres">
      <dgm:prSet presAssocID="{6ED66F87-5DF7-467D-A3A7-5FCE5A1A8F45}" presName="node" presStyleLbl="node1" presStyleIdx="5" presStyleCnt="7">
        <dgm:presLayoutVars>
          <dgm:bulletEnabled val="1"/>
        </dgm:presLayoutVars>
      </dgm:prSet>
      <dgm:spPr/>
    </dgm:pt>
    <dgm:pt modelId="{224EBD49-52FC-4A77-9C46-5C19DB22EFE4}" type="pres">
      <dgm:prSet presAssocID="{EFABF7B2-F06F-482B-AD6D-7E542B5DB9A4}" presName="sibTrans" presStyleCnt="0"/>
      <dgm:spPr/>
    </dgm:pt>
    <dgm:pt modelId="{E41AA40C-1B23-4519-8DEA-72EC6F643BDA}" type="pres">
      <dgm:prSet presAssocID="{8EFD59A7-73C6-4278-A2A2-6D3FEA722353}" presName="node" presStyleLbl="node1" presStyleIdx="6" presStyleCnt="7">
        <dgm:presLayoutVars>
          <dgm:bulletEnabled val="1"/>
        </dgm:presLayoutVars>
      </dgm:prSet>
      <dgm:spPr/>
    </dgm:pt>
  </dgm:ptLst>
  <dgm:cxnLst>
    <dgm:cxn modelId="{9E3DB307-7F10-4924-B558-A8C325D25CA9}" type="presOf" srcId="{0B93B847-114B-4C1F-B43E-B26EE11CD30B}" destId="{4125BE2D-9DA7-4CCD-830B-2F8D75773C65}" srcOrd="0" destOrd="0" presId="urn:microsoft.com/office/officeart/2005/8/layout/default"/>
    <dgm:cxn modelId="{4182FB10-3BCE-4DCA-922C-ECAFFAF098EE}" srcId="{0B93B847-114B-4C1F-B43E-B26EE11CD30B}" destId="{E345872C-B14A-4134-B3EF-B280DE85DCB3}" srcOrd="2" destOrd="0" parTransId="{654C0618-C423-46FD-A81B-0687A2FF47C2}" sibTransId="{9F92E442-0AAB-4DD6-A1BF-FA0A71B09842}"/>
    <dgm:cxn modelId="{91A9812F-9358-4812-803F-E13BB73CB26F}" srcId="{0B93B847-114B-4C1F-B43E-B26EE11CD30B}" destId="{995352A3-91A2-4BF6-9C64-740B2B9980BD}" srcOrd="3" destOrd="0" parTransId="{4C8DCEBF-8F47-4180-9648-065DF238A469}" sibTransId="{410C9B49-18D7-4385-9230-5CF22BB09521}"/>
    <dgm:cxn modelId="{1329FD3D-319E-4CA8-9571-40EF2739DCEE}" type="presOf" srcId="{6ED66F87-5DF7-467D-A3A7-5FCE5A1A8F45}" destId="{2C1F6204-4CB5-459B-BE57-D71B9507BED1}" srcOrd="0" destOrd="0" presId="urn:microsoft.com/office/officeart/2005/8/layout/default"/>
    <dgm:cxn modelId="{7E6E2B65-9B4C-429C-A8D4-D77129F50ECB}" type="presOf" srcId="{B9B7745E-D884-4DC4-9D33-39310846CBEE}" destId="{E873707C-12E3-4F2E-B25F-F302CCA4430B}" srcOrd="0" destOrd="0" presId="urn:microsoft.com/office/officeart/2005/8/layout/default"/>
    <dgm:cxn modelId="{A84D7753-F6AC-48F4-B792-3ABBCBBE2C0E}" type="presOf" srcId="{CA4023C5-A33A-4441-AFA0-0496D7D683AB}" destId="{03C4C252-73E5-4B88-9EEB-0D1F90645164}" srcOrd="0" destOrd="0" presId="urn:microsoft.com/office/officeart/2005/8/layout/default"/>
    <dgm:cxn modelId="{98794876-C7B0-46A1-AE41-F3F965312C67}" srcId="{0B93B847-114B-4C1F-B43E-B26EE11CD30B}" destId="{CA4023C5-A33A-4441-AFA0-0496D7D683AB}" srcOrd="4" destOrd="0" parTransId="{8DB566C5-9551-4F90-BB39-CC2DCDD70460}" sibTransId="{604EC2B1-9565-472A-BCBC-DF5D1FE89166}"/>
    <dgm:cxn modelId="{C5F7A7A0-077B-4995-B519-8B3B2C4A5C70}" srcId="{0B93B847-114B-4C1F-B43E-B26EE11CD30B}" destId="{D71E4EDF-586F-4AA6-B4A7-C44707DF3F9E}" srcOrd="0" destOrd="0" parTransId="{8BF05B25-B7C6-4F54-8615-AFC5F56AB671}" sibTransId="{A9AE1B51-0549-427E-9379-4793F121B444}"/>
    <dgm:cxn modelId="{7D3460AA-9FA0-4DEF-87A1-5DDD5BA434C7}" type="presOf" srcId="{D71E4EDF-586F-4AA6-B4A7-C44707DF3F9E}" destId="{438C70AE-7C9D-4773-A0F0-26AF9263ED5F}" srcOrd="0" destOrd="0" presId="urn:microsoft.com/office/officeart/2005/8/layout/default"/>
    <dgm:cxn modelId="{85B4D7B5-8FE3-4A64-B0CF-C9705C46266B}" type="presOf" srcId="{8EFD59A7-73C6-4278-A2A2-6D3FEA722353}" destId="{E41AA40C-1B23-4519-8DEA-72EC6F643BDA}" srcOrd="0" destOrd="0" presId="urn:microsoft.com/office/officeart/2005/8/layout/default"/>
    <dgm:cxn modelId="{701BCABB-3C7E-4026-8404-4B8ED34AE4D9}" srcId="{0B93B847-114B-4C1F-B43E-B26EE11CD30B}" destId="{8EFD59A7-73C6-4278-A2A2-6D3FEA722353}" srcOrd="6" destOrd="0" parTransId="{04A3685E-3AFD-4AB6-AE22-014E72963E89}" sibTransId="{C5A808C8-E5A0-482A-BB9B-472D42CA8062}"/>
    <dgm:cxn modelId="{17B156CA-52F6-4D86-9B8E-71B2E1239F40}" type="presOf" srcId="{995352A3-91A2-4BF6-9C64-740B2B9980BD}" destId="{CC273BCF-28FC-4F6F-994F-81015CC6C8BF}" srcOrd="0" destOrd="0" presId="urn:microsoft.com/office/officeart/2005/8/layout/default"/>
    <dgm:cxn modelId="{6D65B4E7-5A78-4B78-A2A0-BA2A24E568F4}" srcId="{0B93B847-114B-4C1F-B43E-B26EE11CD30B}" destId="{B9B7745E-D884-4DC4-9D33-39310846CBEE}" srcOrd="1" destOrd="0" parTransId="{BB749E8B-C918-4556-857C-A00F9FFB2868}" sibTransId="{E1AD7071-4322-4730-92EF-447E042B9527}"/>
    <dgm:cxn modelId="{22C637F2-F548-407D-8900-0D36C96745CD}" srcId="{0B93B847-114B-4C1F-B43E-B26EE11CD30B}" destId="{6ED66F87-5DF7-467D-A3A7-5FCE5A1A8F45}" srcOrd="5" destOrd="0" parTransId="{8EF11EAE-10DE-42E2-8A04-CD791444A621}" sibTransId="{EFABF7B2-F06F-482B-AD6D-7E542B5DB9A4}"/>
    <dgm:cxn modelId="{4A5F9EFE-030E-4A63-BF43-7B8EE741F3CF}" type="presOf" srcId="{E345872C-B14A-4134-B3EF-B280DE85DCB3}" destId="{C1E7321E-C86E-4A82-8EF2-E9D4D01333E1}" srcOrd="0" destOrd="0" presId="urn:microsoft.com/office/officeart/2005/8/layout/default"/>
    <dgm:cxn modelId="{E0EA2953-3D75-4888-BCE6-8B1FD3881262}" type="presParOf" srcId="{4125BE2D-9DA7-4CCD-830B-2F8D75773C65}" destId="{438C70AE-7C9D-4773-A0F0-26AF9263ED5F}" srcOrd="0" destOrd="0" presId="urn:microsoft.com/office/officeart/2005/8/layout/default"/>
    <dgm:cxn modelId="{84653687-9485-4CFC-8267-ADCC199BF214}" type="presParOf" srcId="{4125BE2D-9DA7-4CCD-830B-2F8D75773C65}" destId="{43AB7C1C-CDB5-4983-8BE5-D51497E0F856}" srcOrd="1" destOrd="0" presId="urn:microsoft.com/office/officeart/2005/8/layout/default"/>
    <dgm:cxn modelId="{F3EFD608-8A09-4365-BD77-FC4511FB4ADB}" type="presParOf" srcId="{4125BE2D-9DA7-4CCD-830B-2F8D75773C65}" destId="{E873707C-12E3-4F2E-B25F-F302CCA4430B}" srcOrd="2" destOrd="0" presId="urn:microsoft.com/office/officeart/2005/8/layout/default"/>
    <dgm:cxn modelId="{C6F904D1-AE71-4055-BC75-BEB584E87E71}" type="presParOf" srcId="{4125BE2D-9DA7-4CCD-830B-2F8D75773C65}" destId="{85395BD6-350E-4744-AE88-1B6BD4395D34}" srcOrd="3" destOrd="0" presId="urn:microsoft.com/office/officeart/2005/8/layout/default"/>
    <dgm:cxn modelId="{B1A46A10-9338-4274-8E08-21D3679436E5}" type="presParOf" srcId="{4125BE2D-9DA7-4CCD-830B-2F8D75773C65}" destId="{C1E7321E-C86E-4A82-8EF2-E9D4D01333E1}" srcOrd="4" destOrd="0" presId="urn:microsoft.com/office/officeart/2005/8/layout/default"/>
    <dgm:cxn modelId="{04C152A1-5B48-4754-BC63-87A5769D9A0F}" type="presParOf" srcId="{4125BE2D-9DA7-4CCD-830B-2F8D75773C65}" destId="{DB9772D2-80AC-4A7C-87F6-2C45348A409E}" srcOrd="5" destOrd="0" presId="urn:microsoft.com/office/officeart/2005/8/layout/default"/>
    <dgm:cxn modelId="{752A999E-BE03-4181-8911-1AEB80B38D52}" type="presParOf" srcId="{4125BE2D-9DA7-4CCD-830B-2F8D75773C65}" destId="{CC273BCF-28FC-4F6F-994F-81015CC6C8BF}" srcOrd="6" destOrd="0" presId="urn:microsoft.com/office/officeart/2005/8/layout/default"/>
    <dgm:cxn modelId="{221FDAC0-DF7C-4063-99E8-EABE38966E7A}" type="presParOf" srcId="{4125BE2D-9DA7-4CCD-830B-2F8D75773C65}" destId="{D76076C7-D478-4A42-978F-E701065AAB44}" srcOrd="7" destOrd="0" presId="urn:microsoft.com/office/officeart/2005/8/layout/default"/>
    <dgm:cxn modelId="{C193DA2C-6BD0-425F-A657-3F9B95F1E673}" type="presParOf" srcId="{4125BE2D-9DA7-4CCD-830B-2F8D75773C65}" destId="{03C4C252-73E5-4B88-9EEB-0D1F90645164}" srcOrd="8" destOrd="0" presId="urn:microsoft.com/office/officeart/2005/8/layout/default"/>
    <dgm:cxn modelId="{04DE52A1-8AA0-4E6E-AC31-1E86B15853C8}" type="presParOf" srcId="{4125BE2D-9DA7-4CCD-830B-2F8D75773C65}" destId="{79A3C674-16E5-404F-9F5E-2059776ECC68}" srcOrd="9" destOrd="0" presId="urn:microsoft.com/office/officeart/2005/8/layout/default"/>
    <dgm:cxn modelId="{9F3BA63A-94C5-4E21-9AAB-D6F20AEBCE7C}" type="presParOf" srcId="{4125BE2D-9DA7-4CCD-830B-2F8D75773C65}" destId="{2C1F6204-4CB5-459B-BE57-D71B9507BED1}" srcOrd="10" destOrd="0" presId="urn:microsoft.com/office/officeart/2005/8/layout/default"/>
    <dgm:cxn modelId="{F32EEF55-4089-4C5E-9E4A-B42B48A458C4}" type="presParOf" srcId="{4125BE2D-9DA7-4CCD-830B-2F8D75773C65}" destId="{224EBD49-52FC-4A77-9C46-5C19DB22EFE4}" srcOrd="11" destOrd="0" presId="urn:microsoft.com/office/officeart/2005/8/layout/default"/>
    <dgm:cxn modelId="{411E171D-D134-47E9-B580-905122F450DA}" type="presParOf" srcId="{4125BE2D-9DA7-4CCD-830B-2F8D75773C65}" destId="{E41AA40C-1B23-4519-8DEA-72EC6F643BD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B6F69-E02E-4965-9DDE-32582696FF5C}">
      <dsp:nvSpPr>
        <dsp:cNvPr id="0" name=""/>
        <dsp:cNvSpPr/>
      </dsp:nvSpPr>
      <dsp:spPr>
        <a:xfrm rot="5400000">
          <a:off x="625997" y="1650733"/>
          <a:ext cx="1108150" cy="1843938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86092-0CD7-4DAB-8E5D-1917E16525E6}">
      <dsp:nvSpPr>
        <dsp:cNvPr id="0" name=""/>
        <dsp:cNvSpPr/>
      </dsp:nvSpPr>
      <dsp:spPr>
        <a:xfrm>
          <a:off x="441019" y="2201673"/>
          <a:ext cx="1664717" cy="1459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• Développer un dashboard administratif complet</a:t>
          </a:r>
          <a:endParaRPr lang="en-US" sz="1600" kern="1200"/>
        </a:p>
      </dsp:txBody>
      <dsp:txXfrm>
        <a:off x="441019" y="2201673"/>
        <a:ext cx="1664717" cy="1459222"/>
      </dsp:txXfrm>
    </dsp:sp>
    <dsp:sp modelId="{AD20BCBE-41D6-4D79-A122-5FD6405DECE2}">
      <dsp:nvSpPr>
        <dsp:cNvPr id="0" name=""/>
        <dsp:cNvSpPr/>
      </dsp:nvSpPr>
      <dsp:spPr>
        <a:xfrm>
          <a:off x="1791639" y="1514980"/>
          <a:ext cx="314097" cy="314097"/>
        </a:xfrm>
        <a:prstGeom prst="triangle">
          <a:avLst>
            <a:gd name="adj" fmla="val 100000"/>
          </a:avLst>
        </a:prstGeom>
        <a:solidFill>
          <a:schemeClr val="accent3">
            <a:hueOff val="338825"/>
            <a:satOff val="12500"/>
            <a:lumOff val="-1838"/>
            <a:alphaOff val="0"/>
          </a:schemeClr>
        </a:solidFill>
        <a:ln w="12700" cap="flat" cmpd="sng" algn="ctr">
          <a:solidFill>
            <a:schemeClr val="accent3">
              <a:hueOff val="338825"/>
              <a:satOff val="12500"/>
              <a:lumOff val="-18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E46F3-81A6-4383-BC0D-CD9801ADACB5}">
      <dsp:nvSpPr>
        <dsp:cNvPr id="0" name=""/>
        <dsp:cNvSpPr/>
      </dsp:nvSpPr>
      <dsp:spPr>
        <a:xfrm rot="5400000">
          <a:off x="2663937" y="1146443"/>
          <a:ext cx="1108150" cy="1843938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accent3">
              <a:hueOff val="677650"/>
              <a:satOff val="25000"/>
              <a:lumOff val="-36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A35CE-97EE-46E3-ADFD-7356D5AC1A28}">
      <dsp:nvSpPr>
        <dsp:cNvPr id="0" name=""/>
        <dsp:cNvSpPr/>
      </dsp:nvSpPr>
      <dsp:spPr>
        <a:xfrm>
          <a:off x="2478959" y="1697383"/>
          <a:ext cx="1664717" cy="1459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• Gérer 5 entités principales (CRUD complet)</a:t>
          </a:r>
          <a:endParaRPr lang="en-US" sz="1600" kern="1200"/>
        </a:p>
      </dsp:txBody>
      <dsp:txXfrm>
        <a:off x="2478959" y="1697383"/>
        <a:ext cx="1664717" cy="1459222"/>
      </dsp:txXfrm>
    </dsp:sp>
    <dsp:sp modelId="{87C36B53-C384-4FFC-8E0B-9DB5B8985F4D}">
      <dsp:nvSpPr>
        <dsp:cNvPr id="0" name=""/>
        <dsp:cNvSpPr/>
      </dsp:nvSpPr>
      <dsp:spPr>
        <a:xfrm>
          <a:off x="3829579" y="1010690"/>
          <a:ext cx="314097" cy="314097"/>
        </a:xfrm>
        <a:prstGeom prst="triangle">
          <a:avLst>
            <a:gd name="adj" fmla="val 100000"/>
          </a:avLst>
        </a:prstGeom>
        <a:solidFill>
          <a:schemeClr val="accent3">
            <a:hueOff val="1016475"/>
            <a:satOff val="37500"/>
            <a:lumOff val="-5515"/>
            <a:alphaOff val="0"/>
          </a:schemeClr>
        </a:solidFill>
        <a:ln w="12700" cap="flat" cmpd="sng" algn="ctr">
          <a:solidFill>
            <a:schemeClr val="accent3">
              <a:hueOff val="1016475"/>
              <a:satOff val="37500"/>
              <a:lumOff val="-55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7408A-4EEB-4F18-9327-E73A489A894D}">
      <dsp:nvSpPr>
        <dsp:cNvPr id="0" name=""/>
        <dsp:cNvSpPr/>
      </dsp:nvSpPr>
      <dsp:spPr>
        <a:xfrm rot="5400000">
          <a:off x="4701876" y="642153"/>
          <a:ext cx="1108150" cy="1843938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A8C50-D2B8-46E0-8601-BFB7F14FF58D}">
      <dsp:nvSpPr>
        <dsp:cNvPr id="0" name=""/>
        <dsp:cNvSpPr/>
      </dsp:nvSpPr>
      <dsp:spPr>
        <a:xfrm>
          <a:off x="4516898" y="1193093"/>
          <a:ext cx="1664717" cy="1459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• Visualisation en temps réel des données</a:t>
          </a:r>
          <a:endParaRPr lang="en-US" sz="1600" kern="1200"/>
        </a:p>
      </dsp:txBody>
      <dsp:txXfrm>
        <a:off x="4516898" y="1193093"/>
        <a:ext cx="1664717" cy="1459222"/>
      </dsp:txXfrm>
    </dsp:sp>
    <dsp:sp modelId="{4334BDB2-D658-4A7B-8B92-CE33B1A80143}">
      <dsp:nvSpPr>
        <dsp:cNvPr id="0" name=""/>
        <dsp:cNvSpPr/>
      </dsp:nvSpPr>
      <dsp:spPr>
        <a:xfrm>
          <a:off x="5867519" y="506400"/>
          <a:ext cx="314097" cy="314097"/>
        </a:xfrm>
        <a:prstGeom prst="triangle">
          <a:avLst>
            <a:gd name="adj" fmla="val 100000"/>
          </a:avLst>
        </a:prstGeom>
        <a:solidFill>
          <a:schemeClr val="accent3">
            <a:hueOff val="1694124"/>
            <a:satOff val="62500"/>
            <a:lumOff val="-9191"/>
            <a:alphaOff val="0"/>
          </a:schemeClr>
        </a:solidFill>
        <a:ln w="12700" cap="flat" cmpd="sng" algn="ctr">
          <a:solidFill>
            <a:schemeClr val="accent3">
              <a:hueOff val="1694124"/>
              <a:satOff val="62500"/>
              <a:lumOff val="-91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77CA1-7F5B-4E20-906F-6AB4413D7D0A}">
      <dsp:nvSpPr>
        <dsp:cNvPr id="0" name=""/>
        <dsp:cNvSpPr/>
      </dsp:nvSpPr>
      <dsp:spPr>
        <a:xfrm rot="5400000">
          <a:off x="6739816" y="137862"/>
          <a:ext cx="1108150" cy="1843938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accent3">
              <a:hueOff val="2032949"/>
              <a:satOff val="75000"/>
              <a:lumOff val="-11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CD384-1CA5-4817-9939-D429BA335386}">
      <dsp:nvSpPr>
        <dsp:cNvPr id="0" name=""/>
        <dsp:cNvSpPr/>
      </dsp:nvSpPr>
      <dsp:spPr>
        <a:xfrm>
          <a:off x="6554838" y="688803"/>
          <a:ext cx="1664717" cy="1459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• Interface utilisateur moderne et intuitive</a:t>
          </a:r>
          <a:endParaRPr lang="en-US" sz="1600" kern="1200"/>
        </a:p>
      </dsp:txBody>
      <dsp:txXfrm>
        <a:off x="6554838" y="688803"/>
        <a:ext cx="1664717" cy="1459222"/>
      </dsp:txXfrm>
    </dsp:sp>
    <dsp:sp modelId="{1219BD44-3FA1-48CE-B2C0-55625A743C50}">
      <dsp:nvSpPr>
        <dsp:cNvPr id="0" name=""/>
        <dsp:cNvSpPr/>
      </dsp:nvSpPr>
      <dsp:spPr>
        <a:xfrm>
          <a:off x="7905458" y="2110"/>
          <a:ext cx="314097" cy="314097"/>
        </a:xfrm>
        <a:prstGeom prst="triangle">
          <a:avLst>
            <a:gd name="adj" fmla="val 100000"/>
          </a:avLst>
        </a:prstGeom>
        <a:solidFill>
          <a:schemeClr val="accent3">
            <a:hueOff val="2371774"/>
            <a:satOff val="87500"/>
            <a:lumOff val="-12868"/>
            <a:alphaOff val="0"/>
          </a:schemeClr>
        </a:solidFill>
        <a:ln w="12700" cap="flat" cmpd="sng" algn="ctr">
          <a:solidFill>
            <a:schemeClr val="accent3">
              <a:hueOff val="2371774"/>
              <a:satOff val="87500"/>
              <a:lumOff val="-128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34C85-029A-429C-818A-AE3C6BE4FDBD}">
      <dsp:nvSpPr>
        <dsp:cNvPr id="0" name=""/>
        <dsp:cNvSpPr/>
      </dsp:nvSpPr>
      <dsp:spPr>
        <a:xfrm rot="5400000">
          <a:off x="8777756" y="-366427"/>
          <a:ext cx="1108150" cy="1843938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264DE-7143-4510-8582-254D505B97D1}">
      <dsp:nvSpPr>
        <dsp:cNvPr id="0" name=""/>
        <dsp:cNvSpPr/>
      </dsp:nvSpPr>
      <dsp:spPr>
        <a:xfrm>
          <a:off x="8592778" y="184512"/>
          <a:ext cx="1664717" cy="1459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• Système d'authentification sécurisé</a:t>
          </a:r>
          <a:endParaRPr lang="en-US" sz="1600" kern="1200"/>
        </a:p>
      </dsp:txBody>
      <dsp:txXfrm>
        <a:off x="8592778" y="184512"/>
        <a:ext cx="1664717" cy="14592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89C6C-0420-4009-8C4F-FC9172385B11}">
      <dsp:nvSpPr>
        <dsp:cNvPr id="0" name=""/>
        <dsp:cNvSpPr/>
      </dsp:nvSpPr>
      <dsp:spPr>
        <a:xfrm>
          <a:off x="3080" y="101670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68963-3CB3-4440-BEA6-8D89CB6A1AB1}">
      <dsp:nvSpPr>
        <dsp:cNvPr id="0" name=""/>
        <dsp:cNvSpPr/>
      </dsp:nvSpPr>
      <dsp:spPr>
        <a:xfrm>
          <a:off x="247486" y="1248885"/>
          <a:ext cx="2199649" cy="1396777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• HTML5, CSS3, JavaScript </a:t>
          </a:r>
          <a:r>
            <a:rPr lang="fr-FR" sz="2400" kern="1200" dirty="0" err="1"/>
            <a:t>Vanilla</a:t>
          </a:r>
          <a:endParaRPr lang="en-US" sz="2400" kern="1200" dirty="0"/>
        </a:p>
      </dsp:txBody>
      <dsp:txXfrm>
        <a:off x="288396" y="1289795"/>
        <a:ext cx="2117829" cy="1314957"/>
      </dsp:txXfrm>
    </dsp:sp>
    <dsp:sp modelId="{B2B98874-F890-4A7A-8167-398A3D8BCE46}">
      <dsp:nvSpPr>
        <dsp:cNvPr id="0" name=""/>
        <dsp:cNvSpPr/>
      </dsp:nvSpPr>
      <dsp:spPr>
        <a:xfrm>
          <a:off x="2691541" y="101670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181FE-D862-48EA-A3EF-BFB353E90E49}">
      <dsp:nvSpPr>
        <dsp:cNvPr id="0" name=""/>
        <dsp:cNvSpPr/>
      </dsp:nvSpPr>
      <dsp:spPr>
        <a:xfrm>
          <a:off x="2935947" y="1248885"/>
          <a:ext cx="2199649" cy="1396777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Chart.js pour les visualisations</a:t>
          </a:r>
          <a:endParaRPr lang="en-US" sz="2400" kern="1200"/>
        </a:p>
      </dsp:txBody>
      <dsp:txXfrm>
        <a:off x="2976857" y="1289795"/>
        <a:ext cx="2117829" cy="1314957"/>
      </dsp:txXfrm>
    </dsp:sp>
    <dsp:sp modelId="{4281183F-281A-46F7-96E0-40D30BFB3025}">
      <dsp:nvSpPr>
        <dsp:cNvPr id="0" name=""/>
        <dsp:cNvSpPr/>
      </dsp:nvSpPr>
      <dsp:spPr>
        <a:xfrm>
          <a:off x="5380002" y="101670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CA18C-FAFA-44A8-BA1B-1037F74BC6B0}">
      <dsp:nvSpPr>
        <dsp:cNvPr id="0" name=""/>
        <dsp:cNvSpPr/>
      </dsp:nvSpPr>
      <dsp:spPr>
        <a:xfrm>
          <a:off x="5624408" y="1248885"/>
          <a:ext cx="2199649" cy="1396777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Font Awesome pour les icônes</a:t>
          </a:r>
          <a:endParaRPr lang="en-US" sz="2400" kern="1200"/>
        </a:p>
      </dsp:txBody>
      <dsp:txXfrm>
        <a:off x="5665318" y="1289795"/>
        <a:ext cx="2117829" cy="1314957"/>
      </dsp:txXfrm>
    </dsp:sp>
    <dsp:sp modelId="{FB466115-4C7C-461D-92DB-CD9A611B475D}">
      <dsp:nvSpPr>
        <dsp:cNvPr id="0" name=""/>
        <dsp:cNvSpPr/>
      </dsp:nvSpPr>
      <dsp:spPr>
        <a:xfrm>
          <a:off x="8068463" y="1016700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26540-71BA-4F12-BFCE-66EF3F37C07A}">
      <dsp:nvSpPr>
        <dsp:cNvPr id="0" name=""/>
        <dsp:cNvSpPr/>
      </dsp:nvSpPr>
      <dsp:spPr>
        <a:xfrm>
          <a:off x="8312869" y="1248885"/>
          <a:ext cx="2199649" cy="1396777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LocalStorage pour la persistance</a:t>
          </a:r>
          <a:endParaRPr lang="en-US" sz="2400" kern="1200"/>
        </a:p>
      </dsp:txBody>
      <dsp:txXfrm>
        <a:off x="8353779" y="1289795"/>
        <a:ext cx="2117829" cy="1314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19ED6-52A9-4D99-AE26-E4A0347C1EFB}">
      <dsp:nvSpPr>
        <dsp:cNvPr id="0" name=""/>
        <dsp:cNvSpPr/>
      </dsp:nvSpPr>
      <dsp:spPr>
        <a:xfrm>
          <a:off x="212335" y="183965"/>
          <a:ext cx="1335915" cy="1335915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567C2-2F7F-44CC-AABC-159F5F3A2EE6}">
      <dsp:nvSpPr>
        <dsp:cNvPr id="0" name=""/>
        <dsp:cNvSpPr/>
      </dsp:nvSpPr>
      <dsp:spPr>
        <a:xfrm>
          <a:off x="492877" y="464507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36630-B987-4DE8-A35E-9E44B3909604}">
      <dsp:nvSpPr>
        <dsp:cNvPr id="0" name=""/>
        <dsp:cNvSpPr/>
      </dsp:nvSpPr>
      <dsp:spPr>
        <a:xfrm>
          <a:off x="1834517" y="18396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Architecture modulaire</a:t>
          </a:r>
          <a:endParaRPr lang="en-US" sz="2400" kern="1200"/>
        </a:p>
      </dsp:txBody>
      <dsp:txXfrm>
        <a:off x="1834517" y="183965"/>
        <a:ext cx="3148942" cy="1335915"/>
      </dsp:txXfrm>
    </dsp:sp>
    <dsp:sp modelId="{AC2D884E-015A-4AE5-8326-C5C3A83D794F}">
      <dsp:nvSpPr>
        <dsp:cNvPr id="0" name=""/>
        <dsp:cNvSpPr/>
      </dsp:nvSpPr>
      <dsp:spPr>
        <a:xfrm>
          <a:off x="5532139" y="183965"/>
          <a:ext cx="1335915" cy="1335915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854ED-FBF3-49BF-B8DB-A343B1E3696E}">
      <dsp:nvSpPr>
        <dsp:cNvPr id="0" name=""/>
        <dsp:cNvSpPr/>
      </dsp:nvSpPr>
      <dsp:spPr>
        <a:xfrm>
          <a:off x="5812681" y="464507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EB480-6B98-4EA1-A646-3F0BF5D816EF}">
      <dsp:nvSpPr>
        <dsp:cNvPr id="0" name=""/>
        <dsp:cNvSpPr/>
      </dsp:nvSpPr>
      <dsp:spPr>
        <a:xfrm>
          <a:off x="7154322" y="18396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Séparation des responsabilités</a:t>
          </a:r>
          <a:endParaRPr lang="en-US" sz="2400" kern="1200"/>
        </a:p>
      </dsp:txBody>
      <dsp:txXfrm>
        <a:off x="7154322" y="183965"/>
        <a:ext cx="3148942" cy="1335915"/>
      </dsp:txXfrm>
    </dsp:sp>
    <dsp:sp modelId="{9F1A7D5B-3AA9-4A58-80DC-85FD41B3D03B}">
      <dsp:nvSpPr>
        <dsp:cNvPr id="0" name=""/>
        <dsp:cNvSpPr/>
      </dsp:nvSpPr>
      <dsp:spPr>
        <a:xfrm>
          <a:off x="212335" y="2142482"/>
          <a:ext cx="1335915" cy="1335915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E955B-4129-4507-9C0A-E3036FB07A94}">
      <dsp:nvSpPr>
        <dsp:cNvPr id="0" name=""/>
        <dsp:cNvSpPr/>
      </dsp:nvSpPr>
      <dsp:spPr>
        <a:xfrm>
          <a:off x="492877" y="242302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EC4DF-9940-42DF-990F-BA12CF092DD3}">
      <dsp:nvSpPr>
        <dsp:cNvPr id="0" name=""/>
        <dsp:cNvSpPr/>
      </dsp:nvSpPr>
      <dsp:spPr>
        <a:xfrm>
          <a:off x="1834517" y="21424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Design responsive</a:t>
          </a:r>
          <a:endParaRPr lang="en-US" sz="2400" kern="1200"/>
        </a:p>
      </dsp:txBody>
      <dsp:txXfrm>
        <a:off x="1834517" y="2142482"/>
        <a:ext cx="3148942" cy="1335915"/>
      </dsp:txXfrm>
    </dsp:sp>
    <dsp:sp modelId="{CD209659-6861-4073-9F4A-D9090E3C579C}">
      <dsp:nvSpPr>
        <dsp:cNvPr id="0" name=""/>
        <dsp:cNvSpPr/>
      </dsp:nvSpPr>
      <dsp:spPr>
        <a:xfrm>
          <a:off x="5532139" y="2142482"/>
          <a:ext cx="1335915" cy="1335915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33C5A-87DC-4BB2-8AE6-7E816ECBD703}">
      <dsp:nvSpPr>
        <dsp:cNvPr id="0" name=""/>
        <dsp:cNvSpPr/>
      </dsp:nvSpPr>
      <dsp:spPr>
        <a:xfrm>
          <a:off x="5812681" y="242302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37140-D91B-44F6-8C80-F0F6A886A623}">
      <dsp:nvSpPr>
        <dsp:cNvPr id="0" name=""/>
        <dsp:cNvSpPr/>
      </dsp:nvSpPr>
      <dsp:spPr>
        <a:xfrm>
          <a:off x="7154322" y="21424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Sans frameworks externes</a:t>
          </a:r>
          <a:endParaRPr lang="en-US" sz="2400" kern="1200"/>
        </a:p>
      </dsp:txBody>
      <dsp:txXfrm>
        <a:off x="7154322" y="2142482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C70AE-7C9D-4773-A0F0-26AF9263ED5F}">
      <dsp:nvSpPr>
        <dsp:cNvPr id="0" name=""/>
        <dsp:cNvSpPr/>
      </dsp:nvSpPr>
      <dsp:spPr>
        <a:xfrm>
          <a:off x="3080" y="242545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✓ Interface intuitive et moderne</a:t>
          </a:r>
          <a:endParaRPr lang="en-US" sz="2800" kern="1200"/>
        </a:p>
      </dsp:txBody>
      <dsp:txXfrm>
        <a:off x="3080" y="242545"/>
        <a:ext cx="2444055" cy="1466433"/>
      </dsp:txXfrm>
    </dsp:sp>
    <dsp:sp modelId="{E873707C-12E3-4F2E-B25F-F302CCA4430B}">
      <dsp:nvSpPr>
        <dsp:cNvPr id="0" name=""/>
        <dsp:cNvSpPr/>
      </dsp:nvSpPr>
      <dsp:spPr>
        <a:xfrm>
          <a:off x="2691541" y="242545"/>
          <a:ext cx="2444055" cy="1466433"/>
        </a:xfrm>
        <a:prstGeom prst="rect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✓ Performance optimale</a:t>
          </a:r>
          <a:endParaRPr lang="en-US" sz="2800" kern="1200"/>
        </a:p>
      </dsp:txBody>
      <dsp:txXfrm>
        <a:off x="2691541" y="242545"/>
        <a:ext cx="2444055" cy="1466433"/>
      </dsp:txXfrm>
    </dsp:sp>
    <dsp:sp modelId="{C1E7321E-C86E-4A82-8EF2-E9D4D01333E1}">
      <dsp:nvSpPr>
        <dsp:cNvPr id="0" name=""/>
        <dsp:cNvSpPr/>
      </dsp:nvSpPr>
      <dsp:spPr>
        <a:xfrm>
          <a:off x="5380002" y="242545"/>
          <a:ext cx="2444055" cy="1466433"/>
        </a:xfrm>
        <a:prstGeom prst="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✓ Maintenance facile</a:t>
          </a:r>
          <a:endParaRPr lang="en-US" sz="2800" kern="1200"/>
        </a:p>
      </dsp:txBody>
      <dsp:txXfrm>
        <a:off x="5380002" y="242545"/>
        <a:ext cx="2444055" cy="1466433"/>
      </dsp:txXfrm>
    </dsp:sp>
    <dsp:sp modelId="{CC273BCF-28FC-4F6F-994F-81015CC6C8BF}">
      <dsp:nvSpPr>
        <dsp:cNvPr id="0" name=""/>
        <dsp:cNvSpPr/>
      </dsp:nvSpPr>
      <dsp:spPr>
        <a:xfrm>
          <a:off x="8068463" y="242545"/>
          <a:ext cx="2444055" cy="1466433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✓ Extensible et modulaire</a:t>
          </a:r>
          <a:endParaRPr lang="en-US" sz="2800" kern="1200"/>
        </a:p>
      </dsp:txBody>
      <dsp:txXfrm>
        <a:off x="8068463" y="242545"/>
        <a:ext cx="2444055" cy="1466433"/>
      </dsp:txXfrm>
    </dsp:sp>
    <dsp:sp modelId="{03C4C252-73E5-4B88-9EEB-0D1F90645164}">
      <dsp:nvSpPr>
        <dsp:cNvPr id="0" name=""/>
        <dsp:cNvSpPr/>
      </dsp:nvSpPr>
      <dsp:spPr>
        <a:xfrm>
          <a:off x="1347311" y="1953384"/>
          <a:ext cx="2444055" cy="1466433"/>
        </a:xfrm>
        <a:prstGeom prst="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✓ Sans dépendances externes</a:t>
          </a:r>
          <a:endParaRPr lang="en-US" sz="2800" kern="1200"/>
        </a:p>
      </dsp:txBody>
      <dsp:txXfrm>
        <a:off x="1347311" y="1953384"/>
        <a:ext cx="2444055" cy="1466433"/>
      </dsp:txXfrm>
    </dsp:sp>
    <dsp:sp modelId="{2C1F6204-4CB5-459B-BE57-D71B9507BED1}">
      <dsp:nvSpPr>
        <dsp:cNvPr id="0" name=""/>
        <dsp:cNvSpPr/>
      </dsp:nvSpPr>
      <dsp:spPr>
        <a:xfrm>
          <a:off x="4035772" y="1953384"/>
          <a:ext cx="2444055" cy="1466433"/>
        </a:xfrm>
        <a:prstGeom prst="rect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✓ Code propre et bien documenté</a:t>
          </a:r>
          <a:endParaRPr lang="en-US" sz="2800" kern="1200"/>
        </a:p>
      </dsp:txBody>
      <dsp:txXfrm>
        <a:off x="4035772" y="1953384"/>
        <a:ext cx="2444055" cy="1466433"/>
      </dsp:txXfrm>
    </dsp:sp>
    <dsp:sp modelId="{E41AA40C-1B23-4519-8DEA-72EC6F643BDA}">
      <dsp:nvSpPr>
        <dsp:cNvPr id="0" name=""/>
        <dsp:cNvSpPr/>
      </dsp:nvSpPr>
      <dsp:spPr>
        <a:xfrm>
          <a:off x="6724233" y="1953384"/>
          <a:ext cx="2444055" cy="1466433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/>
            <a:t>✓ Sécurité renforcée</a:t>
          </a:r>
          <a:endParaRPr lang="en-US" sz="2800" kern="1200"/>
        </a:p>
      </dsp:txBody>
      <dsp:txXfrm>
        <a:off x="6724233" y="1953384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017C5-40CB-71EB-4A46-4446089D3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3EC968-3A9B-8FA5-1CF3-FF20C35C0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68654C-79F1-3ABD-321C-1A7B520C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8619EE-E48A-3406-F6A6-08DB4812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25A104-31FF-A3E7-C0FC-CDA86129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27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EE65E-E1EA-96C5-5046-F169D2AE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0F6E9A-46A3-2F45-1B1B-1F95811A0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5423B2-0BCB-04AF-6D32-1A0E1329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39AF3A-D262-D6CE-7A59-C365200F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01D755-856E-7BBC-DF56-FAF713B8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957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F050C7-5A65-7B0B-751B-DF331372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7FD59F-92CB-1AA9-9E02-660616D64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9543B3-1B91-6DAA-4474-3E38474D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7F2B1D-AA50-83F9-2C18-240F1581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A6786E-4391-9955-AB16-05416E53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17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2BE524-7E01-4CEA-7807-F46937CE2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1E501B-3FD1-08B5-D5A1-636797BF2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06C3C1-3775-9841-292D-CBF8FCE71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704B5B-D5A0-2457-92FC-BBBDA19D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244B50-D85F-F234-B717-EEAA56C6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06947F-4D80-EF25-F857-8398B56C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33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CA4C67-0B97-170C-92FA-BB6F11EB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965DD6-DF3A-4805-7042-B426250C5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E10144-DF75-ADD0-1266-AA62DE5E0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4982EDF-B5D6-A256-EB1A-28E00F346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06D82B-A712-EAD9-13A5-A01A316CA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61DCE40-B1FB-9C84-2160-E3366D37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2459CD6-2B90-C4CD-C81D-7A53C944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4CDBCB8-13FD-5E14-E81B-B0F1A0A7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3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300E3-888F-A419-6E5D-DF987942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55E5B5-BF8C-4A74-ED8C-2956305F1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ECDAC22-DFBD-E85F-11EE-88B9E68C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83EAC2-1E22-8B04-637D-9F75EE32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27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4B6D134-E883-5B92-FB32-1C27AC1B6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CE265A-5248-ED83-D584-142A33ED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E05B11-4760-D2DE-FE66-98A37E59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3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F2CC7C-DBF2-F668-2738-EEB0733C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8DD503-5082-B89C-6333-F3E9AAFE0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25890B-7FE2-AFD8-EAF3-1F8AD266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F85E26-A0F1-DE03-6687-E16E61F3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A22A32-E3A5-C7B5-05B7-CFD1F8706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CD063F-51C8-470E-FD84-81357460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066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3EB66-E918-4229-6B1A-8EB63C0D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F00658A-9151-B7B3-7EA2-72A06A710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F8AC93-22CA-C0D1-CB5E-385DF26F1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B2BDD0-70EB-4C8D-B4D1-F8DF0ECE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804ABC-FA29-B9E6-111A-DE696CC1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942BC0-3430-ED12-5BC2-E38D0941B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73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021C8-40CC-3DF5-8B6A-26F3FBA9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4484B4-C62E-1836-EF4B-322958AD3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3A4485-F473-0131-5AFC-573CCCB7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FC9540-6AC9-DCDA-6F96-8CC41E5A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4D7EC9-D934-FE6A-657C-E6588719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48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05D5B69-4B9F-2571-A2CE-A66EBE4A1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A53EF5C-2627-2A6D-F9AB-5E208D5C6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6C5D5C-555D-C707-B906-630FADE7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04973E-396F-82BF-1D89-288EACE2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EB7283-99A6-960E-D437-DC5935FE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85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DEA2E4A-969B-B78C-7F8D-2C211992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7DF5D6-E731-36C7-B456-227EA3F43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82E0E-9F89-90AB-C49A-D7297D314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F1BA3-791B-4888-AB8B-AE39ADF8E48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F77A39-05CB-58D5-3E85-468FD7B90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4763BB-8E44-B19A-E8A3-0264B310A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97096-86C6-441F-8E3B-FAC0A39C3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69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97C0E-B6DF-BADA-EEA8-E85A04316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DASHBOARD</a:t>
            </a:r>
            <a:br>
              <a:rPr lang="en-US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E72A3F-1C81-BA92-4968-1AB7CF8AC0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 PAR : YASSINE EL IDRISSI</a:t>
            </a:r>
          </a:p>
          <a:p>
            <a:r>
              <a:rPr lang="en-US" dirty="0"/>
              <a:t>ENCADRER PAR:HOUDA MOUTTALIB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222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C1AE-3AC4-3CB4-96DF-54D0BF51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OBJECTIF DU PROJET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D46282-C3B2-9AFD-C0C4-85683811C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859986"/>
              </p:ext>
            </p:extLst>
          </p:nvPr>
        </p:nvGraphicFramePr>
        <p:xfrm>
          <a:off x="685800" y="2300592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608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90C5-2A15-A65D-BBA3-F9D7A260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TECHNOLOGIES UTILISÉES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B48A15-647C-B6F4-551C-09DDFD3CC2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04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576C-8503-E296-B7AB-6DED40A6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Structure :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AA3215-F77D-2951-FD63-5EE6603A6F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1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1460B5-E687-71EE-448A-79ADCD63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ENTITÉS DU SYSTÈME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C33D1-7A06-EC24-90D1-EBF7E6458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1548245"/>
            <a:ext cx="5630743" cy="4641417"/>
          </a:xfrm>
        </p:spPr>
        <p:txBody>
          <a:bodyPr>
            <a:normAutofit fontScale="47500" lnSpcReduction="20000"/>
          </a:bodyPr>
          <a:lstStyle/>
          <a:p>
            <a:r>
              <a:rPr lang="fr-FR" sz="3700" b="1" dirty="0"/>
              <a:t>1.COACHS</a:t>
            </a:r>
          </a:p>
          <a:p>
            <a:r>
              <a:rPr lang="fr-FR" sz="3700" b="1" dirty="0"/>
              <a:t>   - </a:t>
            </a:r>
            <a:r>
              <a:rPr lang="fr-FR" sz="3700" b="1" dirty="0" err="1"/>
              <a:t>Specialite</a:t>
            </a:r>
            <a:endParaRPr lang="fr-FR" sz="3700" b="1" dirty="0"/>
          </a:p>
          <a:p>
            <a:r>
              <a:rPr lang="fr-FR" sz="3700" b="1" dirty="0"/>
              <a:t>   - </a:t>
            </a:r>
            <a:r>
              <a:rPr lang="fr-FR" sz="3700" b="1" dirty="0" err="1"/>
              <a:t>Gerer</a:t>
            </a:r>
            <a:r>
              <a:rPr lang="fr-FR" sz="3700" b="1" dirty="0"/>
              <a:t> les coachs  </a:t>
            </a:r>
          </a:p>
          <a:p>
            <a:r>
              <a:rPr lang="fr-FR" sz="3700" b="1" dirty="0"/>
              <a:t>   - faciliter l’attribution </a:t>
            </a:r>
          </a:p>
          <a:p>
            <a:endParaRPr lang="fr-FR" sz="3700" b="1" dirty="0"/>
          </a:p>
          <a:p>
            <a:r>
              <a:rPr lang="fr-FR" sz="3700" b="1" dirty="0"/>
              <a:t>2. MEMBRES</a:t>
            </a:r>
          </a:p>
          <a:p>
            <a:r>
              <a:rPr lang="fr-FR" sz="3700" b="1" dirty="0"/>
              <a:t>   - </a:t>
            </a:r>
            <a:r>
              <a:rPr lang="fr-FR" sz="3700" b="1" dirty="0" err="1"/>
              <a:t>Gerer</a:t>
            </a:r>
            <a:r>
              <a:rPr lang="fr-FR" sz="3700" b="1" dirty="0"/>
              <a:t> les informations</a:t>
            </a:r>
          </a:p>
          <a:p>
            <a:r>
              <a:rPr lang="fr-FR" sz="3700" b="1" dirty="0"/>
              <a:t>   - afficher les membres et la suppression (CRUD )</a:t>
            </a:r>
          </a:p>
          <a:p>
            <a:r>
              <a:rPr lang="fr-FR" sz="3700" b="1" dirty="0"/>
              <a:t>   - Catégorisation</a:t>
            </a:r>
          </a:p>
          <a:p>
            <a:endParaRPr lang="fr-FR" sz="3700" b="1" dirty="0"/>
          </a:p>
          <a:p>
            <a:r>
              <a:rPr lang="fr-FR" sz="3700" b="1" dirty="0"/>
              <a:t>3. ABONNEMENTS</a:t>
            </a:r>
          </a:p>
          <a:p>
            <a:r>
              <a:rPr lang="fr-FR" sz="3700" b="1" dirty="0"/>
              <a:t>   - Suivi des expéditions</a:t>
            </a:r>
          </a:p>
          <a:p>
            <a:r>
              <a:rPr lang="fr-FR" sz="3700" b="1" dirty="0"/>
              <a:t>   - Statuts logistiques</a:t>
            </a:r>
          </a:p>
          <a:p>
            <a:r>
              <a:rPr lang="fr-FR" sz="3700" b="1" dirty="0"/>
              <a:t>   - </a:t>
            </a:r>
            <a:r>
              <a:rPr lang="fr-FR" sz="3700" b="1" dirty="0" err="1"/>
              <a:t>Gerer</a:t>
            </a:r>
            <a:r>
              <a:rPr lang="fr-FR" sz="3700" b="1" dirty="0"/>
              <a:t> les abonnements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BD537E-E172-B0A6-495C-BE772F6EB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48245"/>
            <a:ext cx="5561106" cy="4641417"/>
          </a:xfrm>
        </p:spPr>
        <p:txBody>
          <a:bodyPr>
            <a:normAutofit fontScale="47500" lnSpcReduction="20000"/>
          </a:bodyPr>
          <a:lstStyle/>
          <a:p>
            <a:r>
              <a:rPr lang="fr-FR" sz="5600" b="1" dirty="0"/>
              <a:t>4. SEANCES</a:t>
            </a:r>
          </a:p>
          <a:p>
            <a:r>
              <a:rPr lang="fr-FR" sz="5600" b="1" dirty="0"/>
              <a:t>   - Organisation des </a:t>
            </a:r>
            <a:r>
              <a:rPr lang="fr-FR" sz="5600" b="1" dirty="0" err="1"/>
              <a:t>seances</a:t>
            </a:r>
            <a:endParaRPr lang="fr-FR" sz="5600" b="1" dirty="0"/>
          </a:p>
          <a:p>
            <a:r>
              <a:rPr lang="fr-FR" sz="5600" b="1" dirty="0"/>
              <a:t>   - facilite le suivis de chacun </a:t>
            </a:r>
          </a:p>
          <a:p>
            <a:r>
              <a:rPr lang="fr-FR" sz="5600" b="1" dirty="0"/>
              <a:t>   - Statistiques par catégorie</a:t>
            </a:r>
          </a:p>
          <a:p>
            <a:endParaRPr lang="fr-FR" sz="5600" b="1" dirty="0"/>
          </a:p>
          <a:p>
            <a:r>
              <a:rPr lang="fr-FR" sz="5600" b="1" dirty="0"/>
              <a:t>5. MATERIELS</a:t>
            </a:r>
          </a:p>
          <a:p>
            <a:r>
              <a:rPr lang="fr-FR" sz="5600" b="1" dirty="0"/>
              <a:t>   - Gestion des </a:t>
            </a:r>
            <a:r>
              <a:rPr lang="fr-FR" sz="5600" b="1" dirty="0" err="1"/>
              <a:t>materiels</a:t>
            </a:r>
            <a:endParaRPr lang="fr-FR" sz="5600" b="1" dirty="0"/>
          </a:p>
          <a:p>
            <a:r>
              <a:rPr lang="fr-FR" sz="5600" b="1" dirty="0"/>
              <a:t>   - Localisations globales</a:t>
            </a:r>
          </a:p>
          <a:p>
            <a:r>
              <a:rPr lang="fr-FR" sz="5600" b="1" dirty="0"/>
              <a:t>   - Capacités de stockage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90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01B6B97-F4CE-F76E-9FF9-1AFA6EC2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FONCTIONNALITÉS CLÉS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91842E-E85F-E793-BE4C-661314457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  <a:p>
            <a:r>
              <a:rPr lang="fr-FR" b="1" i="0" dirty="0"/>
              <a:t>CRUD Complet :</a:t>
            </a: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B713951-FD33-6AC2-4C09-4831BB57F8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• Création, Lecture, Mise à jour, Suppression</a:t>
            </a:r>
          </a:p>
          <a:p>
            <a:r>
              <a:rPr lang="fr-FR" dirty="0"/>
              <a:t>• Validation en temps réel</a:t>
            </a:r>
          </a:p>
          <a:p>
            <a:r>
              <a:rPr lang="fr-FR" dirty="0"/>
              <a:t>• Notifications utilisateur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AABAED0-83EB-DD43-AFC9-DD46CAD02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  <a:p>
            <a:r>
              <a:rPr lang="en-US" b="1" i="0" dirty="0" err="1"/>
              <a:t>Sécurité</a:t>
            </a:r>
            <a:r>
              <a:rPr lang="en-US" b="1" i="0" dirty="0"/>
              <a:t> :</a:t>
            </a:r>
          </a:p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C829934-0DF5-B804-1961-43125A29D4B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• Authentification robuste</a:t>
            </a:r>
          </a:p>
          <a:p>
            <a:r>
              <a:rPr lang="fr-FR" dirty="0"/>
              <a:t>• Sessions utilisateur</a:t>
            </a:r>
          </a:p>
          <a:p>
            <a:r>
              <a:rPr lang="fr-FR" dirty="0"/>
              <a:t>• Protection des données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52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0403-9B2D-AC20-02B8-02F7C947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SYSTÈME DE VISUALISATION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9D477-3998-F25D-7614-4D53D0AE5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 err="1"/>
              <a:t>Graphiques</a:t>
            </a:r>
            <a:r>
              <a:rPr lang="en-US" b="1" i="0" dirty="0"/>
              <a:t> </a:t>
            </a:r>
            <a:r>
              <a:rPr lang="en-US" b="1" i="0" dirty="0" err="1"/>
              <a:t>Intéractifs</a:t>
            </a:r>
            <a:r>
              <a:rPr lang="en-US" b="1" i="0" dirty="0"/>
              <a:t> :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07FE9-6F19-F98A-80DD-340CCF07D8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1. Vue d'ensemble des utilisateurs</a:t>
            </a:r>
          </a:p>
          <a:p>
            <a:r>
              <a:rPr lang="fr-FR" dirty="0"/>
              <a:t>2. Distribution des produits</a:t>
            </a:r>
          </a:p>
          <a:p>
            <a:r>
              <a:rPr lang="fr-FR" dirty="0"/>
              <a:t>3. Statut des expéditions</a:t>
            </a:r>
          </a:p>
          <a:p>
            <a:r>
              <a:rPr lang="fr-FR" dirty="0"/>
              <a:t>4. Aperçu des activités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8E6D7-CD2F-F2F8-B29C-876353BF5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i="0" dirty="0"/>
              <a:t>Mise à jour </a:t>
            </a:r>
            <a:r>
              <a:rPr lang="en-US" b="1" i="0" dirty="0" err="1"/>
              <a:t>Dynamique</a:t>
            </a:r>
            <a:r>
              <a:rPr lang="en-US" b="1" i="0" dirty="0"/>
              <a:t> :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A412F7-38DD-CBEE-DCAE-AC238823F5C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• Les graphiques s'actualisent automatiquement</a:t>
            </a:r>
          </a:p>
          <a:p>
            <a:r>
              <a:rPr lang="fr-FR" dirty="0"/>
              <a:t>• Impact visible des opérations CRUD</a:t>
            </a:r>
          </a:p>
          <a:p>
            <a:r>
              <a:rPr lang="fr-FR" dirty="0"/>
              <a:t>• Données en temps réel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7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690E-95BD-B0D1-40D1-E934EE87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FONCTIONNALITÉS SUPPLÉMENTAIRES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F1123-3AB7-6EBA-E922-4D1C25288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b="1" i="0" dirty="0"/>
              <a:t>RECHERCHE &amp; EXPORTATION</a:t>
            </a:r>
            <a:endParaRPr lang="en-US" b="1" i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C36C6-FD04-C86F-6133-661A6285F5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• Recherche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endParaRPr lang="fr-FR" dirty="0"/>
          </a:p>
          <a:p>
            <a:r>
              <a:rPr lang="fr-FR" dirty="0"/>
              <a:t>• Rapports personnalisés</a:t>
            </a:r>
          </a:p>
          <a:p>
            <a:r>
              <a:rPr lang="fr-FR" dirty="0"/>
              <a:t>• Sauvegarde des données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5E1AB-963C-9FB8-1F8B-2AA857468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i="0" dirty="0"/>
              <a:t>NOTIFICATION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1DEA5-27D1-89F4-F8B8-003A2E2693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• Alertes système</a:t>
            </a:r>
          </a:p>
          <a:p>
            <a:r>
              <a:rPr lang="fr-FR" dirty="0"/>
              <a:t>• Suivi d'activité</a:t>
            </a:r>
          </a:p>
          <a:p>
            <a:pPr marL="0" indent="0">
              <a:buNone/>
            </a:pPr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968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8C90BD-BD50-A44C-6B80-79B345E6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Points Forts</a:t>
            </a:r>
            <a:br>
              <a:rPr lang="en-US" b="1" dirty="0"/>
            </a:br>
            <a:endParaRPr lang="en-US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32D6625B-A92D-D1FF-E3B5-B00B47B7DF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7887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FF94-2EFB-89C5-664D-47388130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9813"/>
            <a:ext cx="5181599" cy="5612387"/>
          </a:xfrm>
        </p:spPr>
        <p:txBody>
          <a:bodyPr anchor="ctr">
            <a:normAutofit/>
          </a:bodyPr>
          <a:lstStyle/>
          <a:p>
            <a:r>
              <a:rPr lang="en-US" dirty="0"/>
              <a:t>ROADMAP FUTURE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4692-A319-01DC-3D19-2EF9C576A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0" y="559813"/>
            <a:ext cx="5180106" cy="5612387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endParaRPr lang="fr-FR" sz="1800"/>
          </a:p>
          <a:p>
            <a:pPr>
              <a:lnSpc>
                <a:spcPct val="100000"/>
              </a:lnSpc>
            </a:pPr>
            <a:r>
              <a:rPr lang="fr-FR" sz="1800"/>
              <a:t>À Venir :</a:t>
            </a:r>
          </a:p>
          <a:p>
            <a:pPr>
              <a:lnSpc>
                <a:spcPct val="100000"/>
              </a:lnSpc>
            </a:pPr>
            <a:r>
              <a:rPr lang="fr-FR" sz="1800"/>
              <a:t>• API REST pour backend</a:t>
            </a:r>
          </a:p>
          <a:p>
            <a:pPr>
              <a:lnSpc>
                <a:spcPct val="100000"/>
              </a:lnSpc>
            </a:pPr>
            <a:r>
              <a:rPr lang="fr-FR" sz="1800"/>
              <a:t>• Système de rôles avancé</a:t>
            </a:r>
          </a:p>
          <a:p>
            <a:pPr>
              <a:lnSpc>
                <a:spcPct val="100000"/>
              </a:lnSpc>
            </a:pPr>
            <a:r>
              <a:rPr lang="fr-FR" sz="1800"/>
              <a:t>• Notifications push</a:t>
            </a:r>
          </a:p>
          <a:p>
            <a:pPr>
              <a:lnSpc>
                <a:spcPct val="100000"/>
              </a:lnSpc>
            </a:pPr>
            <a:r>
              <a:rPr lang="fr-FR" sz="1800"/>
              <a:t>• Rapports avancés</a:t>
            </a:r>
          </a:p>
          <a:p>
            <a:pPr>
              <a:lnSpc>
                <a:spcPct val="100000"/>
              </a:lnSpc>
            </a:pPr>
            <a:r>
              <a:rPr lang="fr-FR" sz="1800"/>
              <a:t>• Intégration paiement</a:t>
            </a:r>
          </a:p>
          <a:p>
            <a:pPr>
              <a:lnSpc>
                <a:spcPct val="100000"/>
              </a:lnSpc>
            </a:pPr>
            <a:r>
              <a:rPr lang="fr-FR" sz="1800"/>
              <a:t>• Application mobile</a:t>
            </a:r>
          </a:p>
          <a:p>
            <a:pPr>
              <a:lnSpc>
                <a:spcPct val="100000"/>
              </a:lnSpc>
            </a:pPr>
            <a:endParaRPr lang="fr-FR" sz="1800"/>
          </a:p>
          <a:p>
            <a:pPr>
              <a:lnSpc>
                <a:spcPct val="100000"/>
              </a:lnSpc>
            </a:pPr>
            <a:r>
              <a:rPr lang="fr-FR" sz="1800"/>
              <a:t>Extensions :</a:t>
            </a:r>
          </a:p>
          <a:p>
            <a:pPr>
              <a:lnSpc>
                <a:spcPct val="100000"/>
              </a:lnSpc>
            </a:pPr>
            <a:r>
              <a:rPr lang="fr-FR" sz="1800"/>
              <a:t>• Tracking GPS des shipments</a:t>
            </a:r>
          </a:p>
          <a:p>
            <a:pPr>
              <a:lnSpc>
                <a:spcPct val="100000"/>
              </a:lnSpc>
            </a:pPr>
            <a:r>
              <a:rPr lang="fr-FR" sz="1800"/>
              <a:t>• API météo maritime</a:t>
            </a:r>
          </a:p>
          <a:p>
            <a:pPr>
              <a:lnSpc>
                <a:spcPct val="100000"/>
              </a:lnSpc>
            </a:pPr>
            <a:r>
              <a:rPr lang="fr-FR" sz="1800"/>
              <a:t>• Calculs de fret automatiques</a:t>
            </a:r>
          </a:p>
          <a:p>
            <a:pPr>
              <a:lnSpc>
                <a:spcPct val="100000"/>
              </a:lnSpc>
            </a:pPr>
            <a:r>
              <a:rPr lang="fr-FR" sz="1800"/>
              <a:t>• IA pour l'optimisation</a:t>
            </a:r>
          </a:p>
          <a:p>
            <a:pPr>
              <a:lnSpc>
                <a:spcPct val="100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96164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C1745F-BBA0-C906-8095-7C77A65E00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201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9D5F-6BB7-5549-44B6-2998675F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7D8E84-F0B0-EFD0-EED1-8FA6BF8AFD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236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C435-2852-09F4-C99D-711E13571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074B9D-D986-E9F3-27AF-57DDAB68E6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849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60E8-545C-93EB-E562-8EDCFAA5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4DFA84-571D-0B48-BE46-67B4CF48AB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318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04A4B-18C8-9BBE-B5F8-1CA83D93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0D428B-930C-1821-CEEA-CF2F8E6C22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10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0F1A6-0579-5149-6A87-E8264704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8B2217-1244-DF2A-16C8-4382A89A83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485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3DB2-98EB-8D98-C980-DBD576CD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1219200"/>
            <a:ext cx="9067799" cy="26811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FR" sz="5200" dirty="0"/>
              <a:t>MERCI POUR VOTRE ATTENTION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19998763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383</Words>
  <Application>Microsoft Office PowerPoint</Application>
  <PresentationFormat>Grand écran</PresentationFormat>
  <Paragraphs>98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DASHBOARD </vt:lpstr>
      <vt:lpstr>OBJECTIF DU PROJET </vt:lpstr>
      <vt:lpstr>TECHNOLOGIES UTILISÉES </vt:lpstr>
      <vt:lpstr>Structure : </vt:lpstr>
      <vt:lpstr>ENTITÉS DU SYSTÈME </vt:lpstr>
      <vt:lpstr>FONCTIONNALITÉS CLÉS  </vt:lpstr>
      <vt:lpstr>SYSTÈME DE VISUALISATION </vt:lpstr>
      <vt:lpstr>FONCTIONNALITÉS SUPPLÉMENTAIRES </vt:lpstr>
      <vt:lpstr>Points Forts </vt:lpstr>
      <vt:lpstr>ROADMAP FUTURE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Laila HAJAJI</dc:creator>
  <cp:lastModifiedBy>Laila HAJAJI</cp:lastModifiedBy>
  <cp:revision>1</cp:revision>
  <dcterms:created xsi:type="dcterms:W3CDTF">2026-01-06T14:52:59Z</dcterms:created>
  <dcterms:modified xsi:type="dcterms:W3CDTF">2026-01-06T14:57:24Z</dcterms:modified>
</cp:coreProperties>
</file>